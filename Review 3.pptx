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8" r:id="rId2"/>
    <p:sldId id="257" r:id="rId3"/>
    <p:sldId id="264" r:id="rId4"/>
    <p:sldId id="265" r:id="rId5"/>
    <p:sldId id="267" r:id="rId6"/>
    <p:sldId id="268" r:id="rId7"/>
    <p:sldId id="269" r:id="rId8"/>
    <p:sldId id="271" r:id="rId9"/>
    <p:sldId id="270" r:id="rId10"/>
    <p:sldId id="272" r:id="rId11"/>
    <p:sldId id="273" r:id="rId12"/>
    <p:sldId id="274" r:id="rId13"/>
    <p:sldId id="275" r:id="rId14"/>
    <p:sldId id="276" r:id="rId15"/>
    <p:sldId id="277"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3ADA7A-3DA6-4DBF-A66B-73C13EAE65E0}" v="82" dt="2026-05-01T15:47:55.432"/>
  </p1510:revLst>
</p1510:revInfo>
</file>

<file path=ppt/tableStyles.xml><?xml version="1.0" encoding="utf-8"?>
<a:tblStyleLst xmlns:a="http://schemas.openxmlformats.org/drawingml/2006/main" def="{5C22544A-7EE6-4342-B048-85BDC9FD1C3A}">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249" autoAdjust="0"/>
    <p:restoredTop sz="94660"/>
  </p:normalViewPr>
  <p:slideViewPr>
    <p:cSldViewPr snapToGrid="0">
      <p:cViewPr varScale="1">
        <p:scale>
          <a:sx n="90" d="100"/>
          <a:sy n="90" d="100"/>
        </p:scale>
        <p:origin x="341"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eeharika Reddy Gadikota" userId="ea0bf10796d46385" providerId="LiveId" clId="{079FD88E-5E27-4153-9070-4C923D41D05E}"/>
    <pc:docChg chg="undo custSel addSld delSld modSld">
      <pc:chgData name="Neeharika Reddy Gadikota" userId="ea0bf10796d46385" providerId="LiveId" clId="{079FD88E-5E27-4153-9070-4C923D41D05E}" dt="2026-05-01T15:49:52.190" v="538" actId="1076"/>
      <pc:docMkLst>
        <pc:docMk/>
      </pc:docMkLst>
      <pc:sldChg chg="modSp del mod">
        <pc:chgData name="Neeharika Reddy Gadikota" userId="ea0bf10796d46385" providerId="LiveId" clId="{079FD88E-5E27-4153-9070-4C923D41D05E}" dt="2026-05-01T15:36:44.962" v="464" actId="47"/>
        <pc:sldMkLst>
          <pc:docMk/>
          <pc:sldMk cId="2770573603" sldId="256"/>
        </pc:sldMkLst>
        <pc:spChg chg="mod">
          <ac:chgData name="Neeharika Reddy Gadikota" userId="ea0bf10796d46385" providerId="LiveId" clId="{079FD88E-5E27-4153-9070-4C923D41D05E}" dt="2026-05-01T15:29:56.940" v="368" actId="1076"/>
          <ac:spMkLst>
            <pc:docMk/>
            <pc:sldMk cId="2770573603" sldId="256"/>
            <ac:spMk id="2" creationId="{EA4155DF-6B69-4DF2-3447-2301B1BC566C}"/>
          </ac:spMkLst>
        </pc:spChg>
      </pc:sldChg>
      <pc:sldChg chg="addSp delSp modSp mod">
        <pc:chgData name="Neeharika Reddy Gadikota" userId="ea0bf10796d46385" providerId="LiveId" clId="{079FD88E-5E27-4153-9070-4C923D41D05E}" dt="2026-05-01T15:49:52.190" v="538" actId="1076"/>
        <pc:sldMkLst>
          <pc:docMk/>
          <pc:sldMk cId="56352256" sldId="257"/>
        </pc:sldMkLst>
        <pc:spChg chg="mod">
          <ac:chgData name="Neeharika Reddy Gadikota" userId="ea0bf10796d46385" providerId="LiveId" clId="{079FD88E-5E27-4153-9070-4C923D41D05E}" dt="2026-05-01T15:49:52.190" v="538" actId="1076"/>
          <ac:spMkLst>
            <pc:docMk/>
            <pc:sldMk cId="56352256" sldId="257"/>
            <ac:spMk id="2" creationId="{B7A1175F-164B-B9C1-84AD-B367395B757D}"/>
          </ac:spMkLst>
        </pc:spChg>
        <pc:spChg chg="del mod">
          <ac:chgData name="Neeharika Reddy Gadikota" userId="ea0bf10796d46385" providerId="LiveId" clId="{079FD88E-5E27-4153-9070-4C923D41D05E}" dt="2026-05-01T15:31:29.044" v="401"/>
          <ac:spMkLst>
            <pc:docMk/>
            <pc:sldMk cId="56352256" sldId="257"/>
            <ac:spMk id="3" creationId="{04EA419B-B605-D813-8CB7-DCE0B5BB2068}"/>
          </ac:spMkLst>
        </pc:spChg>
        <pc:spChg chg="add mod">
          <ac:chgData name="Neeharika Reddy Gadikota" userId="ea0bf10796d46385" providerId="LiveId" clId="{079FD88E-5E27-4153-9070-4C923D41D05E}" dt="2026-05-01T15:32:22.375" v="410" actId="1076"/>
          <ac:spMkLst>
            <pc:docMk/>
            <pc:sldMk cId="56352256" sldId="257"/>
            <ac:spMk id="4" creationId="{10277001-B0F2-F701-C4B9-6F445CA856BB}"/>
          </ac:spMkLst>
        </pc:spChg>
        <pc:picChg chg="add del mod">
          <ac:chgData name="Neeharika Reddy Gadikota" userId="ea0bf10796d46385" providerId="LiveId" clId="{079FD88E-5E27-4153-9070-4C923D41D05E}" dt="2026-05-01T15:38:22.129" v="486" actId="478"/>
          <ac:picMkLst>
            <pc:docMk/>
            <pc:sldMk cId="56352256" sldId="257"/>
            <ac:picMk id="5" creationId="{5F697FD0-EB86-DC2C-DFA3-E46AB275F277}"/>
          </ac:picMkLst>
        </pc:picChg>
        <pc:picChg chg="add mod">
          <ac:chgData name="Neeharika Reddy Gadikota" userId="ea0bf10796d46385" providerId="LiveId" clId="{079FD88E-5E27-4153-9070-4C923D41D05E}" dt="2026-05-01T15:38:22.680" v="487"/>
          <ac:picMkLst>
            <pc:docMk/>
            <pc:sldMk cId="56352256" sldId="257"/>
            <ac:picMk id="6" creationId="{4D74D588-EB67-102F-2833-BE4F7445A35D}"/>
          </ac:picMkLst>
        </pc:picChg>
        <pc:picChg chg="add mod">
          <ac:chgData name="Neeharika Reddy Gadikota" userId="ea0bf10796d46385" providerId="LiveId" clId="{079FD88E-5E27-4153-9070-4C923D41D05E}" dt="2026-05-01T15:47:55.430" v="503" actId="1076"/>
          <ac:picMkLst>
            <pc:docMk/>
            <pc:sldMk cId="56352256" sldId="257"/>
            <ac:picMk id="5123" creationId="{0B7EB196-916C-9679-9FA5-4701F9042DA7}"/>
          </ac:picMkLst>
        </pc:picChg>
      </pc:sldChg>
      <pc:sldChg chg="addSp modSp mod">
        <pc:chgData name="Neeharika Reddy Gadikota" userId="ea0bf10796d46385" providerId="LiveId" clId="{079FD88E-5E27-4153-9070-4C923D41D05E}" dt="2026-05-01T15:49:46.277" v="537" actId="1076"/>
        <pc:sldMkLst>
          <pc:docMk/>
          <pc:sldMk cId="3078555235" sldId="264"/>
        </pc:sldMkLst>
        <pc:spChg chg="mod">
          <ac:chgData name="Neeharika Reddy Gadikota" userId="ea0bf10796d46385" providerId="LiveId" clId="{079FD88E-5E27-4153-9070-4C923D41D05E}" dt="2026-05-01T15:49:46.277" v="537" actId="1076"/>
          <ac:spMkLst>
            <pc:docMk/>
            <pc:sldMk cId="3078555235" sldId="264"/>
            <ac:spMk id="2" creationId="{E5CFF2D5-BA87-056C-1C75-8B9E91FD7A72}"/>
          </ac:spMkLst>
        </pc:spChg>
        <pc:spChg chg="mod">
          <ac:chgData name="Neeharika Reddy Gadikota" userId="ea0bf10796d46385" providerId="LiveId" clId="{079FD88E-5E27-4153-9070-4C923D41D05E}" dt="2026-05-01T15:27:24.845" v="358" actId="403"/>
          <ac:spMkLst>
            <pc:docMk/>
            <pc:sldMk cId="3078555235" sldId="264"/>
            <ac:spMk id="3" creationId="{8A9FFA0D-7890-649A-6FF8-79BA80A2395E}"/>
          </ac:spMkLst>
        </pc:spChg>
        <pc:picChg chg="add mod">
          <ac:chgData name="Neeharika Reddy Gadikota" userId="ea0bf10796d46385" providerId="LiveId" clId="{079FD88E-5E27-4153-9070-4C923D41D05E}" dt="2026-05-01T15:37:28.873" v="470" actId="1076"/>
          <ac:picMkLst>
            <pc:docMk/>
            <pc:sldMk cId="3078555235" sldId="264"/>
            <ac:picMk id="4" creationId="{AD4278F6-EE51-052C-BCB4-9DC2C7103167}"/>
          </ac:picMkLst>
        </pc:picChg>
      </pc:sldChg>
      <pc:sldChg chg="addSp modSp mod">
        <pc:chgData name="Neeharika Reddy Gadikota" userId="ea0bf10796d46385" providerId="LiveId" clId="{079FD88E-5E27-4153-9070-4C923D41D05E}" dt="2026-05-01T15:48:25.487" v="512" actId="20577"/>
        <pc:sldMkLst>
          <pc:docMk/>
          <pc:sldMk cId="1874751824" sldId="265"/>
        </pc:sldMkLst>
        <pc:spChg chg="mod">
          <ac:chgData name="Neeharika Reddy Gadikota" userId="ea0bf10796d46385" providerId="LiveId" clId="{079FD88E-5E27-4153-9070-4C923D41D05E}" dt="2026-05-01T15:48:25.487" v="512" actId="20577"/>
          <ac:spMkLst>
            <pc:docMk/>
            <pc:sldMk cId="1874751824" sldId="265"/>
            <ac:spMk id="2" creationId="{7C44A5E1-8575-0598-5223-010375C65CBD}"/>
          </ac:spMkLst>
        </pc:spChg>
        <pc:picChg chg="add mod">
          <ac:chgData name="Neeharika Reddy Gadikota" userId="ea0bf10796d46385" providerId="LiveId" clId="{079FD88E-5E27-4153-9070-4C923D41D05E}" dt="2026-05-01T15:37:36.319" v="471"/>
          <ac:picMkLst>
            <pc:docMk/>
            <pc:sldMk cId="1874751824" sldId="265"/>
            <ac:picMk id="5" creationId="{2646358E-2582-033C-0BAA-BFEDAF254F22}"/>
          </ac:picMkLst>
        </pc:picChg>
      </pc:sldChg>
      <pc:sldChg chg="addSp modSp mod">
        <pc:chgData name="Neeharika Reddy Gadikota" userId="ea0bf10796d46385" providerId="LiveId" clId="{079FD88E-5E27-4153-9070-4C923D41D05E}" dt="2026-05-01T15:48:28.859" v="514" actId="20577"/>
        <pc:sldMkLst>
          <pc:docMk/>
          <pc:sldMk cId="1814608725" sldId="267"/>
        </pc:sldMkLst>
        <pc:spChg chg="mod">
          <ac:chgData name="Neeharika Reddy Gadikota" userId="ea0bf10796d46385" providerId="LiveId" clId="{079FD88E-5E27-4153-9070-4C923D41D05E}" dt="2026-05-01T15:48:28.859" v="514" actId="20577"/>
          <ac:spMkLst>
            <pc:docMk/>
            <pc:sldMk cId="1814608725" sldId="267"/>
            <ac:spMk id="2" creationId="{206A1ECE-F956-FEAD-1EF8-4BBBA4DABBCB}"/>
          </ac:spMkLst>
        </pc:spChg>
        <pc:picChg chg="add mod">
          <ac:chgData name="Neeharika Reddy Gadikota" userId="ea0bf10796d46385" providerId="LiveId" clId="{079FD88E-5E27-4153-9070-4C923D41D05E}" dt="2026-05-01T15:37:39.446" v="472"/>
          <ac:picMkLst>
            <pc:docMk/>
            <pc:sldMk cId="1814608725" sldId="267"/>
            <ac:picMk id="3" creationId="{3537EC2B-672F-B299-0D71-E8FCCE635E6B}"/>
          </ac:picMkLst>
        </pc:picChg>
      </pc:sldChg>
      <pc:sldChg chg="del">
        <pc:chgData name="Neeharika Reddy Gadikota" userId="ea0bf10796d46385" providerId="LiveId" clId="{079FD88E-5E27-4153-9070-4C923D41D05E}" dt="2026-05-01T14:40:06.490" v="0" actId="47"/>
        <pc:sldMkLst>
          <pc:docMk/>
          <pc:sldMk cId="3700350136" sldId="268"/>
        </pc:sldMkLst>
      </pc:sldChg>
      <pc:sldChg chg="addSp modSp new mod">
        <pc:chgData name="Neeharika Reddy Gadikota" userId="ea0bf10796d46385" providerId="LiveId" clId="{079FD88E-5E27-4153-9070-4C923D41D05E}" dt="2026-05-01T15:48:32.570" v="516" actId="20577"/>
        <pc:sldMkLst>
          <pc:docMk/>
          <pc:sldMk cId="4288980803" sldId="268"/>
        </pc:sldMkLst>
        <pc:spChg chg="mod">
          <ac:chgData name="Neeharika Reddy Gadikota" userId="ea0bf10796d46385" providerId="LiveId" clId="{079FD88E-5E27-4153-9070-4C923D41D05E}" dt="2026-05-01T15:48:32.570" v="516" actId="20577"/>
          <ac:spMkLst>
            <pc:docMk/>
            <pc:sldMk cId="4288980803" sldId="268"/>
            <ac:spMk id="2" creationId="{C2F1C1D3-33CF-66D2-C6FB-76672E8DE556}"/>
          </ac:spMkLst>
        </pc:spChg>
        <pc:spChg chg="mod">
          <ac:chgData name="Neeharika Reddy Gadikota" userId="ea0bf10796d46385" providerId="LiveId" clId="{079FD88E-5E27-4153-9070-4C923D41D05E}" dt="2026-05-01T14:48:22.076" v="76" actId="207"/>
          <ac:spMkLst>
            <pc:docMk/>
            <pc:sldMk cId="4288980803" sldId="268"/>
            <ac:spMk id="3" creationId="{93167467-70A5-42B9-FF84-9754E64ED955}"/>
          </ac:spMkLst>
        </pc:spChg>
        <pc:spChg chg="add mod">
          <ac:chgData name="Neeharika Reddy Gadikota" userId="ea0bf10796d46385" providerId="LiveId" clId="{079FD88E-5E27-4153-9070-4C923D41D05E}" dt="2026-05-01T14:48:19.272" v="75" actId="207"/>
          <ac:spMkLst>
            <pc:docMk/>
            <pc:sldMk cId="4288980803" sldId="268"/>
            <ac:spMk id="4" creationId="{B9F77BCD-5873-1562-9916-776673C60AFC}"/>
          </ac:spMkLst>
        </pc:spChg>
        <pc:spChg chg="add mod">
          <ac:chgData name="Neeharika Reddy Gadikota" userId="ea0bf10796d46385" providerId="LiveId" clId="{079FD88E-5E27-4153-9070-4C923D41D05E}" dt="2026-05-01T14:48:16.254" v="74" actId="207"/>
          <ac:spMkLst>
            <pc:docMk/>
            <pc:sldMk cId="4288980803" sldId="268"/>
            <ac:spMk id="5" creationId="{5A7DBCCD-74DE-4C9C-002C-016B47E5B527}"/>
          </ac:spMkLst>
        </pc:spChg>
        <pc:picChg chg="add mod">
          <ac:chgData name="Neeharika Reddy Gadikota" userId="ea0bf10796d46385" providerId="LiveId" clId="{079FD88E-5E27-4153-9070-4C923D41D05E}" dt="2026-05-01T15:37:41.508" v="473"/>
          <ac:picMkLst>
            <pc:docMk/>
            <pc:sldMk cId="4288980803" sldId="268"/>
            <ac:picMk id="6" creationId="{E8E47117-6C3D-8408-617F-147A54668E1A}"/>
          </ac:picMkLst>
        </pc:picChg>
      </pc:sldChg>
      <pc:sldChg chg="addSp modSp new mod">
        <pc:chgData name="Neeharika Reddy Gadikota" userId="ea0bf10796d46385" providerId="LiveId" clId="{079FD88E-5E27-4153-9070-4C923D41D05E}" dt="2026-05-01T15:48:38.722" v="518" actId="20577"/>
        <pc:sldMkLst>
          <pc:docMk/>
          <pc:sldMk cId="1192920493" sldId="269"/>
        </pc:sldMkLst>
        <pc:spChg chg="mod">
          <ac:chgData name="Neeharika Reddy Gadikota" userId="ea0bf10796d46385" providerId="LiveId" clId="{079FD88E-5E27-4153-9070-4C923D41D05E}" dt="2026-05-01T15:48:38.722" v="518" actId="20577"/>
          <ac:spMkLst>
            <pc:docMk/>
            <pc:sldMk cId="1192920493" sldId="269"/>
            <ac:spMk id="2" creationId="{DC01675D-35AB-E031-4642-F93BAA97FDA5}"/>
          </ac:spMkLst>
        </pc:spChg>
        <pc:spChg chg="mod">
          <ac:chgData name="Neeharika Reddy Gadikota" userId="ea0bf10796d46385" providerId="LiveId" clId="{079FD88E-5E27-4153-9070-4C923D41D05E}" dt="2026-05-01T14:50:36.589" v="94" actId="403"/>
          <ac:spMkLst>
            <pc:docMk/>
            <pc:sldMk cId="1192920493" sldId="269"/>
            <ac:spMk id="3" creationId="{9BBBF5D3-662F-082F-039B-D4D340830F8A}"/>
          </ac:spMkLst>
        </pc:spChg>
        <pc:graphicFrameChg chg="add mod">
          <ac:chgData name="Neeharika Reddy Gadikota" userId="ea0bf10796d46385" providerId="LiveId" clId="{079FD88E-5E27-4153-9070-4C923D41D05E}" dt="2026-05-01T14:50:10.538" v="88"/>
          <ac:graphicFrameMkLst>
            <pc:docMk/>
            <pc:sldMk cId="1192920493" sldId="269"/>
            <ac:graphicFrameMk id="4" creationId="{D000D336-42A0-7762-D0F0-6F189201729E}"/>
          </ac:graphicFrameMkLst>
        </pc:graphicFrameChg>
        <pc:graphicFrameChg chg="add mod modGraphic">
          <ac:chgData name="Neeharika Reddy Gadikota" userId="ea0bf10796d46385" providerId="LiveId" clId="{079FD88E-5E27-4153-9070-4C923D41D05E}" dt="2026-05-01T14:51:51.233" v="103" actId="1076"/>
          <ac:graphicFrameMkLst>
            <pc:docMk/>
            <pc:sldMk cId="1192920493" sldId="269"/>
            <ac:graphicFrameMk id="5" creationId="{B441F5A0-BD75-4F2D-F99C-D8A8B8973C67}"/>
          </ac:graphicFrameMkLst>
        </pc:graphicFrameChg>
        <pc:picChg chg="add mod">
          <ac:chgData name="Neeharika Reddy Gadikota" userId="ea0bf10796d46385" providerId="LiveId" clId="{079FD88E-5E27-4153-9070-4C923D41D05E}" dt="2026-05-01T15:37:44.164" v="474"/>
          <ac:picMkLst>
            <pc:docMk/>
            <pc:sldMk cId="1192920493" sldId="269"/>
            <ac:picMk id="6" creationId="{686A6313-ACA7-FE36-F1A5-4C6741D86992}"/>
          </ac:picMkLst>
        </pc:picChg>
      </pc:sldChg>
      <pc:sldChg chg="addSp delSp modSp new mod">
        <pc:chgData name="Neeharika Reddy Gadikota" userId="ea0bf10796d46385" providerId="LiveId" clId="{079FD88E-5E27-4153-9070-4C923D41D05E}" dt="2026-05-01T15:48:55.921" v="523" actId="20577"/>
        <pc:sldMkLst>
          <pc:docMk/>
          <pc:sldMk cId="3127501666" sldId="270"/>
        </pc:sldMkLst>
        <pc:spChg chg="mod">
          <ac:chgData name="Neeharika Reddy Gadikota" userId="ea0bf10796d46385" providerId="LiveId" clId="{079FD88E-5E27-4153-9070-4C923D41D05E}" dt="2026-05-01T15:48:55.921" v="523" actId="20577"/>
          <ac:spMkLst>
            <pc:docMk/>
            <pc:sldMk cId="3127501666" sldId="270"/>
            <ac:spMk id="2" creationId="{A69ABD34-3EFA-C96D-FB89-70AAB49BB95A}"/>
          </ac:spMkLst>
        </pc:spChg>
        <pc:spChg chg="del mod">
          <ac:chgData name="Neeharika Reddy Gadikota" userId="ea0bf10796d46385" providerId="LiveId" clId="{079FD88E-5E27-4153-9070-4C923D41D05E}" dt="2026-05-01T15:07:32.636" v="154"/>
          <ac:spMkLst>
            <pc:docMk/>
            <pc:sldMk cId="3127501666" sldId="270"/>
            <ac:spMk id="3" creationId="{BBA5B53B-98B5-680F-7C83-29193AA9CBBB}"/>
          </ac:spMkLst>
        </pc:spChg>
        <pc:spChg chg="add del mod">
          <ac:chgData name="Neeharika Reddy Gadikota" userId="ea0bf10796d46385" providerId="LiveId" clId="{079FD88E-5E27-4153-9070-4C923D41D05E}" dt="2026-05-01T15:07:46.223" v="159" actId="21"/>
          <ac:spMkLst>
            <pc:docMk/>
            <pc:sldMk cId="3127501666" sldId="270"/>
            <ac:spMk id="7" creationId="{A214EC9A-BADB-D482-B49B-C57BFE86C1C2}"/>
          </ac:spMkLst>
        </pc:spChg>
        <pc:picChg chg="add del mod ord modCrop">
          <ac:chgData name="Neeharika Reddy Gadikota" userId="ea0bf10796d46385" providerId="LiveId" clId="{079FD88E-5E27-4153-9070-4C923D41D05E}" dt="2026-05-01T15:08:03.460" v="163" actId="14100"/>
          <ac:picMkLst>
            <pc:docMk/>
            <pc:sldMk cId="3127501666" sldId="270"/>
            <ac:picMk id="5" creationId="{8B3343D0-AC83-8CC6-8868-8DFFC38489A4}"/>
          </ac:picMkLst>
        </pc:picChg>
        <pc:picChg chg="add mod">
          <ac:chgData name="Neeharika Reddy Gadikota" userId="ea0bf10796d46385" providerId="LiveId" clId="{079FD88E-5E27-4153-9070-4C923D41D05E}" dt="2026-05-01T15:37:48.099" v="476"/>
          <ac:picMkLst>
            <pc:docMk/>
            <pc:sldMk cId="3127501666" sldId="270"/>
            <ac:picMk id="8" creationId="{62075C9A-8814-BF22-DE8E-D9C0573F233D}"/>
          </ac:picMkLst>
        </pc:picChg>
      </pc:sldChg>
      <pc:sldChg chg="addSp delSp modSp add mod">
        <pc:chgData name="Neeharika Reddy Gadikota" userId="ea0bf10796d46385" providerId="LiveId" clId="{079FD88E-5E27-4153-9070-4C923D41D05E}" dt="2026-05-01T15:48:51.731" v="520" actId="20577"/>
        <pc:sldMkLst>
          <pc:docMk/>
          <pc:sldMk cId="653568773" sldId="271"/>
        </pc:sldMkLst>
        <pc:spChg chg="mod">
          <ac:chgData name="Neeharika Reddy Gadikota" userId="ea0bf10796d46385" providerId="LiveId" clId="{079FD88E-5E27-4153-9070-4C923D41D05E}" dt="2026-05-01T15:48:51.731" v="520" actId="20577"/>
          <ac:spMkLst>
            <pc:docMk/>
            <pc:sldMk cId="653568773" sldId="271"/>
            <ac:spMk id="2" creationId="{81092FAA-EBA6-5323-714E-B79D48923370}"/>
          </ac:spMkLst>
        </pc:spChg>
        <pc:spChg chg="mod">
          <ac:chgData name="Neeharika Reddy Gadikota" userId="ea0bf10796d46385" providerId="LiveId" clId="{079FD88E-5E27-4153-9070-4C923D41D05E}" dt="2026-05-01T15:03:57.685" v="144" actId="403"/>
          <ac:spMkLst>
            <pc:docMk/>
            <pc:sldMk cId="653568773" sldId="271"/>
            <ac:spMk id="3" creationId="{5148D185-0A52-A9D9-CC11-0DE81C41374D}"/>
          </ac:spMkLst>
        </pc:spChg>
        <pc:graphicFrameChg chg="add del mod modGraphic">
          <ac:chgData name="Neeharika Reddy Gadikota" userId="ea0bf10796d46385" providerId="LiveId" clId="{079FD88E-5E27-4153-9070-4C923D41D05E}" dt="2026-05-01T15:01:09.209" v="117" actId="478"/>
          <ac:graphicFrameMkLst>
            <pc:docMk/>
            <pc:sldMk cId="653568773" sldId="271"/>
            <ac:graphicFrameMk id="4" creationId="{411CF090-B3BD-BB4E-1F53-A9C7914E7FA3}"/>
          </ac:graphicFrameMkLst>
        </pc:graphicFrameChg>
        <pc:graphicFrameChg chg="del">
          <ac:chgData name="Neeharika Reddy Gadikota" userId="ea0bf10796d46385" providerId="LiveId" clId="{079FD88E-5E27-4153-9070-4C923D41D05E}" dt="2026-05-01T14:54:35.464" v="111" actId="478"/>
          <ac:graphicFrameMkLst>
            <pc:docMk/>
            <pc:sldMk cId="653568773" sldId="271"/>
            <ac:graphicFrameMk id="5" creationId="{96B381FB-D68C-F472-BAFD-32AEA86D2887}"/>
          </ac:graphicFrameMkLst>
        </pc:graphicFrameChg>
        <pc:graphicFrameChg chg="add mod modGraphic">
          <ac:chgData name="Neeharika Reddy Gadikota" userId="ea0bf10796d46385" providerId="LiveId" clId="{079FD88E-5E27-4153-9070-4C923D41D05E}" dt="2026-05-01T15:02:02.612" v="127" actId="1076"/>
          <ac:graphicFrameMkLst>
            <pc:docMk/>
            <pc:sldMk cId="653568773" sldId="271"/>
            <ac:graphicFrameMk id="6" creationId="{23FF2351-3BED-0B78-CC4D-4FB79EC2F3C4}"/>
          </ac:graphicFrameMkLst>
        </pc:graphicFrameChg>
        <pc:picChg chg="add mod">
          <ac:chgData name="Neeharika Reddy Gadikota" userId="ea0bf10796d46385" providerId="LiveId" clId="{079FD88E-5E27-4153-9070-4C923D41D05E}" dt="2026-05-01T15:37:46.292" v="475"/>
          <ac:picMkLst>
            <pc:docMk/>
            <pc:sldMk cId="653568773" sldId="271"/>
            <ac:picMk id="7" creationId="{208EAD4A-5802-9DD1-188E-1A5DD479C969}"/>
          </ac:picMkLst>
        </pc:picChg>
      </pc:sldChg>
      <pc:sldChg chg="addSp delSp modSp new mod">
        <pc:chgData name="Neeharika Reddy Gadikota" userId="ea0bf10796d46385" providerId="LiveId" clId="{079FD88E-5E27-4153-9070-4C923D41D05E}" dt="2026-05-01T15:48:59.312" v="525" actId="20577"/>
        <pc:sldMkLst>
          <pc:docMk/>
          <pc:sldMk cId="2105236057" sldId="272"/>
        </pc:sldMkLst>
        <pc:spChg chg="mod">
          <ac:chgData name="Neeharika Reddy Gadikota" userId="ea0bf10796d46385" providerId="LiveId" clId="{079FD88E-5E27-4153-9070-4C923D41D05E}" dt="2026-05-01T15:48:59.312" v="525" actId="20577"/>
          <ac:spMkLst>
            <pc:docMk/>
            <pc:sldMk cId="2105236057" sldId="272"/>
            <ac:spMk id="2" creationId="{2E21F040-C3C8-1270-DE43-A09A3335D182}"/>
          </ac:spMkLst>
        </pc:spChg>
        <pc:spChg chg="del mod">
          <ac:chgData name="Neeharika Reddy Gadikota" userId="ea0bf10796d46385" providerId="LiveId" clId="{079FD88E-5E27-4153-9070-4C923D41D05E}" dt="2026-05-01T15:09:11.054" v="176" actId="478"/>
          <ac:spMkLst>
            <pc:docMk/>
            <pc:sldMk cId="2105236057" sldId="272"/>
            <ac:spMk id="3" creationId="{6990AFFE-5797-7108-C805-1866C9A6F7F2}"/>
          </ac:spMkLst>
        </pc:spChg>
        <pc:graphicFrameChg chg="add mod">
          <ac:chgData name="Neeharika Reddy Gadikota" userId="ea0bf10796d46385" providerId="LiveId" clId="{079FD88E-5E27-4153-9070-4C923D41D05E}" dt="2026-05-01T15:09:12.109" v="177"/>
          <ac:graphicFrameMkLst>
            <pc:docMk/>
            <pc:sldMk cId="2105236057" sldId="272"/>
            <ac:graphicFrameMk id="4" creationId="{77D52A4F-C2B0-54BC-4F35-991A686CB27F}"/>
          </ac:graphicFrameMkLst>
        </pc:graphicFrameChg>
        <pc:graphicFrameChg chg="add mod modGraphic">
          <ac:chgData name="Neeharika Reddy Gadikota" userId="ea0bf10796d46385" providerId="LiveId" clId="{079FD88E-5E27-4153-9070-4C923D41D05E}" dt="2026-05-01T15:11:41.773" v="202" actId="1076"/>
          <ac:graphicFrameMkLst>
            <pc:docMk/>
            <pc:sldMk cId="2105236057" sldId="272"/>
            <ac:graphicFrameMk id="5" creationId="{2574D8A3-935C-2075-FBDB-330E0CB588EE}"/>
          </ac:graphicFrameMkLst>
        </pc:graphicFrameChg>
        <pc:picChg chg="add mod">
          <ac:chgData name="Neeharika Reddy Gadikota" userId="ea0bf10796d46385" providerId="LiveId" clId="{079FD88E-5E27-4153-9070-4C923D41D05E}" dt="2026-05-01T15:37:54.071" v="478" actId="14100"/>
          <ac:picMkLst>
            <pc:docMk/>
            <pc:sldMk cId="2105236057" sldId="272"/>
            <ac:picMk id="6" creationId="{EE14A6B5-C5C4-AE2A-F728-C2D4B2884C15}"/>
          </ac:picMkLst>
        </pc:picChg>
      </pc:sldChg>
      <pc:sldChg chg="addSp delSp modSp new mod">
        <pc:chgData name="Neeharika Reddy Gadikota" userId="ea0bf10796d46385" providerId="LiveId" clId="{079FD88E-5E27-4153-9070-4C923D41D05E}" dt="2026-05-01T15:49:04.309" v="527" actId="20577"/>
        <pc:sldMkLst>
          <pc:docMk/>
          <pc:sldMk cId="3476490468" sldId="273"/>
        </pc:sldMkLst>
        <pc:spChg chg="mod">
          <ac:chgData name="Neeharika Reddy Gadikota" userId="ea0bf10796d46385" providerId="LiveId" clId="{079FD88E-5E27-4153-9070-4C923D41D05E}" dt="2026-05-01T15:49:04.309" v="527" actId="20577"/>
          <ac:spMkLst>
            <pc:docMk/>
            <pc:sldMk cId="3476490468" sldId="273"/>
            <ac:spMk id="2" creationId="{2FCA3803-253A-486C-B9DF-FD7D9574B116}"/>
          </ac:spMkLst>
        </pc:spChg>
        <pc:spChg chg="del mod">
          <ac:chgData name="Neeharika Reddy Gadikota" userId="ea0bf10796d46385" providerId="LiveId" clId="{079FD88E-5E27-4153-9070-4C923D41D05E}" dt="2026-05-01T15:17:43.905" v="251" actId="478"/>
          <ac:spMkLst>
            <pc:docMk/>
            <pc:sldMk cId="3476490468" sldId="273"/>
            <ac:spMk id="3" creationId="{0632662F-4AF7-32B2-E0E9-E276FC90E286}"/>
          </ac:spMkLst>
        </pc:spChg>
        <pc:picChg chg="add mod">
          <ac:chgData name="Neeharika Reddy Gadikota" userId="ea0bf10796d46385" providerId="LiveId" clId="{079FD88E-5E27-4153-9070-4C923D41D05E}" dt="2026-05-01T15:20:33.542" v="287" actId="14100"/>
          <ac:picMkLst>
            <pc:docMk/>
            <pc:sldMk cId="3476490468" sldId="273"/>
            <ac:picMk id="5" creationId="{936E2311-3FA3-A173-75B4-1704756AAA3B}"/>
          </ac:picMkLst>
        </pc:picChg>
        <pc:picChg chg="add mod">
          <ac:chgData name="Neeharika Reddy Gadikota" userId="ea0bf10796d46385" providerId="LiveId" clId="{079FD88E-5E27-4153-9070-4C923D41D05E}" dt="2026-05-01T15:20:44.201" v="289" actId="14100"/>
          <ac:picMkLst>
            <pc:docMk/>
            <pc:sldMk cId="3476490468" sldId="273"/>
            <ac:picMk id="7" creationId="{D4AC5841-336B-CE77-7A3D-814103F535D4}"/>
          </ac:picMkLst>
        </pc:picChg>
        <pc:picChg chg="add mod">
          <ac:chgData name="Neeharika Reddy Gadikota" userId="ea0bf10796d46385" providerId="LiveId" clId="{079FD88E-5E27-4153-9070-4C923D41D05E}" dt="2026-05-01T15:20:31.340" v="286" actId="14100"/>
          <ac:picMkLst>
            <pc:docMk/>
            <pc:sldMk cId="3476490468" sldId="273"/>
            <ac:picMk id="9" creationId="{AE702FA8-BBF4-B82B-72E2-8358B14E9142}"/>
          </ac:picMkLst>
        </pc:picChg>
        <pc:picChg chg="add mod">
          <ac:chgData name="Neeharika Reddy Gadikota" userId="ea0bf10796d46385" providerId="LiveId" clId="{079FD88E-5E27-4153-9070-4C923D41D05E}" dt="2026-05-01T15:20:40.651" v="288" actId="14100"/>
          <ac:picMkLst>
            <pc:docMk/>
            <pc:sldMk cId="3476490468" sldId="273"/>
            <ac:picMk id="11" creationId="{906EB1FE-AE91-7517-E5E9-FA22F856BC6A}"/>
          </ac:picMkLst>
        </pc:picChg>
        <pc:picChg chg="add mod">
          <ac:chgData name="Neeharika Reddy Gadikota" userId="ea0bf10796d46385" providerId="LiveId" clId="{079FD88E-5E27-4153-9070-4C923D41D05E}" dt="2026-05-01T15:38:00.984" v="480" actId="14100"/>
          <ac:picMkLst>
            <pc:docMk/>
            <pc:sldMk cId="3476490468" sldId="273"/>
            <ac:picMk id="12" creationId="{8328CFB0-82D0-C52C-8CCC-C9F4D90E302A}"/>
          </ac:picMkLst>
        </pc:picChg>
      </pc:sldChg>
      <pc:sldChg chg="addSp delSp modSp add mod">
        <pc:chgData name="Neeharika Reddy Gadikota" userId="ea0bf10796d46385" providerId="LiveId" clId="{079FD88E-5E27-4153-9070-4C923D41D05E}" dt="2026-05-01T15:49:07.806" v="529" actId="20577"/>
        <pc:sldMkLst>
          <pc:docMk/>
          <pc:sldMk cId="2814988084" sldId="274"/>
        </pc:sldMkLst>
        <pc:spChg chg="mod">
          <ac:chgData name="Neeharika Reddy Gadikota" userId="ea0bf10796d46385" providerId="LiveId" clId="{079FD88E-5E27-4153-9070-4C923D41D05E}" dt="2026-05-01T15:49:07.806" v="529" actId="20577"/>
          <ac:spMkLst>
            <pc:docMk/>
            <pc:sldMk cId="2814988084" sldId="274"/>
            <ac:spMk id="2" creationId="{8CEA4EF3-F207-376B-BF2E-791B8DEC0775}"/>
          </ac:spMkLst>
        </pc:spChg>
        <pc:spChg chg="del">
          <ac:chgData name="Neeharika Reddy Gadikota" userId="ea0bf10796d46385" providerId="LiveId" clId="{079FD88E-5E27-4153-9070-4C923D41D05E}" dt="2026-05-01T15:21:48.332" v="290" actId="478"/>
          <ac:spMkLst>
            <pc:docMk/>
            <pc:sldMk cId="2814988084" sldId="274"/>
            <ac:spMk id="3" creationId="{6CFA4641-7793-1CBC-9962-BD75CBC560ED}"/>
          </ac:spMkLst>
        </pc:spChg>
        <pc:picChg chg="add mod modCrop">
          <ac:chgData name="Neeharika Reddy Gadikota" userId="ea0bf10796d46385" providerId="LiveId" clId="{079FD88E-5E27-4153-9070-4C923D41D05E}" dt="2026-05-01T15:22:30.567" v="302" actId="14100"/>
          <ac:picMkLst>
            <pc:docMk/>
            <pc:sldMk cId="2814988084" sldId="274"/>
            <ac:picMk id="5" creationId="{227E644B-8B23-400B-30C9-86BCED038CC0}"/>
          </ac:picMkLst>
        </pc:picChg>
        <pc:picChg chg="add mod">
          <ac:chgData name="Neeharika Reddy Gadikota" userId="ea0bf10796d46385" providerId="LiveId" clId="{079FD88E-5E27-4153-9070-4C923D41D05E}" dt="2026-05-01T15:22:27.203" v="301" actId="1076"/>
          <ac:picMkLst>
            <pc:docMk/>
            <pc:sldMk cId="2814988084" sldId="274"/>
            <ac:picMk id="7" creationId="{3E932B82-6B61-0818-5934-FFF7A1A8A080}"/>
          </ac:picMkLst>
        </pc:picChg>
        <pc:picChg chg="add mod">
          <ac:chgData name="Neeharika Reddy Gadikota" userId="ea0bf10796d46385" providerId="LiveId" clId="{079FD88E-5E27-4153-9070-4C923D41D05E}" dt="2026-05-01T15:23:34.498" v="316" actId="14100"/>
          <ac:picMkLst>
            <pc:docMk/>
            <pc:sldMk cId="2814988084" sldId="274"/>
            <ac:picMk id="9" creationId="{037DD5D6-A165-5CD3-306F-EFCB1793936B}"/>
          </ac:picMkLst>
        </pc:picChg>
        <pc:picChg chg="add mod">
          <ac:chgData name="Neeharika Reddy Gadikota" userId="ea0bf10796d46385" providerId="LiveId" clId="{079FD88E-5E27-4153-9070-4C923D41D05E}" dt="2026-05-01T15:23:31.794" v="315" actId="14100"/>
          <ac:picMkLst>
            <pc:docMk/>
            <pc:sldMk cId="2814988084" sldId="274"/>
            <ac:picMk id="11" creationId="{C5A3C06E-80B0-DC75-A6DD-2DD8A003A3F8}"/>
          </ac:picMkLst>
        </pc:picChg>
        <pc:picChg chg="add mod">
          <ac:chgData name="Neeharika Reddy Gadikota" userId="ea0bf10796d46385" providerId="LiveId" clId="{079FD88E-5E27-4153-9070-4C923D41D05E}" dt="2026-05-01T15:38:06.340" v="482" actId="14100"/>
          <ac:picMkLst>
            <pc:docMk/>
            <pc:sldMk cId="2814988084" sldId="274"/>
            <ac:picMk id="12" creationId="{9E2C5E18-85E3-1076-8A60-D9E4F9B57423}"/>
          </ac:picMkLst>
        </pc:picChg>
      </pc:sldChg>
      <pc:sldChg chg="addSp modSp add mod">
        <pc:chgData name="Neeharika Reddy Gadikota" userId="ea0bf10796d46385" providerId="LiveId" clId="{079FD88E-5E27-4153-9070-4C923D41D05E}" dt="2026-05-01T15:49:12.262" v="532" actId="20577"/>
        <pc:sldMkLst>
          <pc:docMk/>
          <pc:sldMk cId="3983859573" sldId="275"/>
        </pc:sldMkLst>
        <pc:spChg chg="mod">
          <ac:chgData name="Neeharika Reddy Gadikota" userId="ea0bf10796d46385" providerId="LiveId" clId="{079FD88E-5E27-4153-9070-4C923D41D05E}" dt="2026-05-01T15:49:12.262" v="532" actId="20577"/>
          <ac:spMkLst>
            <pc:docMk/>
            <pc:sldMk cId="3983859573" sldId="275"/>
            <ac:spMk id="2" creationId="{889462CF-35F2-EC27-E34A-580BE7336B1F}"/>
          </ac:spMkLst>
        </pc:spChg>
        <pc:spChg chg="mod">
          <ac:chgData name="Neeharika Reddy Gadikota" userId="ea0bf10796d46385" providerId="LiveId" clId="{079FD88E-5E27-4153-9070-4C923D41D05E}" dt="2026-05-01T15:25:18.058" v="322" actId="27636"/>
          <ac:spMkLst>
            <pc:docMk/>
            <pc:sldMk cId="3983859573" sldId="275"/>
            <ac:spMk id="3" creationId="{74055281-CE99-593F-21B4-ECDF67D3BB04}"/>
          </ac:spMkLst>
        </pc:spChg>
        <pc:picChg chg="add mod">
          <ac:chgData name="Neeharika Reddy Gadikota" userId="ea0bf10796d46385" providerId="LiveId" clId="{079FD88E-5E27-4153-9070-4C923D41D05E}" dt="2026-05-01T15:38:08.552" v="483"/>
          <ac:picMkLst>
            <pc:docMk/>
            <pc:sldMk cId="3983859573" sldId="275"/>
            <ac:picMk id="4" creationId="{E5E62FB2-3FB7-2AB0-BE46-B08163D2548E}"/>
          </ac:picMkLst>
        </pc:picChg>
      </pc:sldChg>
      <pc:sldChg chg="addSp delSp modSp add mod">
        <pc:chgData name="Neeharika Reddy Gadikota" userId="ea0bf10796d46385" providerId="LiveId" clId="{079FD88E-5E27-4153-9070-4C923D41D05E}" dt="2026-05-01T15:49:17.056" v="535" actId="20577"/>
        <pc:sldMkLst>
          <pc:docMk/>
          <pc:sldMk cId="383922301" sldId="276"/>
        </pc:sldMkLst>
        <pc:spChg chg="mod">
          <ac:chgData name="Neeharika Reddy Gadikota" userId="ea0bf10796d46385" providerId="LiveId" clId="{079FD88E-5E27-4153-9070-4C923D41D05E}" dt="2026-05-01T15:49:17.056" v="535" actId="20577"/>
          <ac:spMkLst>
            <pc:docMk/>
            <pc:sldMk cId="383922301" sldId="276"/>
            <ac:spMk id="2" creationId="{D24150C5-6584-EACE-1FFB-28499682C9C3}"/>
          </ac:spMkLst>
        </pc:spChg>
        <pc:spChg chg="del mod">
          <ac:chgData name="Neeharika Reddy Gadikota" userId="ea0bf10796d46385" providerId="LiveId" clId="{079FD88E-5E27-4153-9070-4C923D41D05E}" dt="2026-05-01T15:25:37.115" v="324"/>
          <ac:spMkLst>
            <pc:docMk/>
            <pc:sldMk cId="383922301" sldId="276"/>
            <ac:spMk id="3" creationId="{0FE71C4F-978D-5BDB-23FD-8563E449AB97}"/>
          </ac:spMkLst>
        </pc:spChg>
        <pc:spChg chg="add mod">
          <ac:chgData name="Neeharika Reddy Gadikota" userId="ea0bf10796d46385" providerId="LiveId" clId="{079FD88E-5E27-4153-9070-4C923D41D05E}" dt="2026-05-01T15:25:53.492" v="329" actId="14100"/>
          <ac:spMkLst>
            <pc:docMk/>
            <pc:sldMk cId="383922301" sldId="276"/>
            <ac:spMk id="4" creationId="{FEAFAF03-8BA4-65BF-7F67-80B6E113D757}"/>
          </ac:spMkLst>
        </pc:spChg>
        <pc:picChg chg="add mod">
          <ac:chgData name="Neeharika Reddy Gadikota" userId="ea0bf10796d46385" providerId="LiveId" clId="{079FD88E-5E27-4153-9070-4C923D41D05E}" dt="2026-05-01T15:38:11.456" v="484"/>
          <ac:picMkLst>
            <pc:docMk/>
            <pc:sldMk cId="383922301" sldId="276"/>
            <ac:picMk id="5" creationId="{271650E4-630D-467A-7D66-0C7E64DD009F}"/>
          </ac:picMkLst>
        </pc:picChg>
        <pc:picChg chg="add del mod">
          <ac:chgData name="Neeharika Reddy Gadikota" userId="ea0bf10796d46385" providerId="LiveId" clId="{079FD88E-5E27-4153-9070-4C923D41D05E}" dt="2026-05-01T15:45:52.033" v="494" actId="478"/>
          <ac:picMkLst>
            <pc:docMk/>
            <pc:sldMk cId="383922301" sldId="276"/>
            <ac:picMk id="4099" creationId="{E5386A89-9058-87FB-D9FE-81D19F9FEABE}"/>
          </ac:picMkLst>
        </pc:picChg>
        <pc:picChg chg="add mod">
          <ac:chgData name="Neeharika Reddy Gadikota" userId="ea0bf10796d46385" providerId="LiveId" clId="{079FD88E-5E27-4153-9070-4C923D41D05E}" dt="2026-05-01T15:46:02.605" v="499" actId="14100"/>
          <ac:picMkLst>
            <pc:docMk/>
            <pc:sldMk cId="383922301" sldId="276"/>
            <ac:picMk id="4101" creationId="{5C7DC712-038E-BBD7-3C17-B9307B84121F}"/>
          </ac:picMkLst>
        </pc:picChg>
      </pc:sldChg>
      <pc:sldChg chg="addSp delSp modSp new mod">
        <pc:chgData name="Neeharika Reddy Gadikota" userId="ea0bf10796d46385" providerId="LiveId" clId="{079FD88E-5E27-4153-9070-4C923D41D05E}" dt="2026-05-01T15:38:16.082" v="485"/>
        <pc:sldMkLst>
          <pc:docMk/>
          <pc:sldMk cId="1555674965" sldId="277"/>
        </pc:sldMkLst>
        <pc:spChg chg="mod">
          <ac:chgData name="Neeharika Reddy Gadikota" userId="ea0bf10796d46385" providerId="LiveId" clId="{079FD88E-5E27-4153-9070-4C923D41D05E}" dt="2026-05-01T15:26:30.202" v="354" actId="1076"/>
          <ac:spMkLst>
            <pc:docMk/>
            <pc:sldMk cId="1555674965" sldId="277"/>
            <ac:spMk id="2" creationId="{21DB15E5-0D98-94DA-2E4D-B542D3C711DF}"/>
          </ac:spMkLst>
        </pc:spChg>
        <pc:spChg chg="del">
          <ac:chgData name="Neeharika Reddy Gadikota" userId="ea0bf10796d46385" providerId="LiveId" clId="{079FD88E-5E27-4153-9070-4C923D41D05E}" dt="2026-05-01T15:26:09.739" v="343" actId="478"/>
          <ac:spMkLst>
            <pc:docMk/>
            <pc:sldMk cId="1555674965" sldId="277"/>
            <ac:spMk id="3" creationId="{1C73EAF0-13E6-2D74-60DB-93CE6900D8D5}"/>
          </ac:spMkLst>
        </pc:spChg>
        <pc:picChg chg="add mod">
          <ac:chgData name="Neeharika Reddy Gadikota" userId="ea0bf10796d46385" providerId="LiveId" clId="{079FD88E-5E27-4153-9070-4C923D41D05E}" dt="2026-05-01T15:38:16.082" v="485"/>
          <ac:picMkLst>
            <pc:docMk/>
            <pc:sldMk cId="1555674965" sldId="277"/>
            <ac:picMk id="4" creationId="{B74ADF90-BC5B-1204-8BBA-BC828FBBB364}"/>
          </ac:picMkLst>
        </pc:picChg>
      </pc:sldChg>
      <pc:sldChg chg="addSp modSp new mod">
        <pc:chgData name="Neeharika Reddy Gadikota" userId="ea0bf10796d46385" providerId="LiveId" clId="{079FD88E-5E27-4153-9070-4C923D41D05E}" dt="2026-05-01T15:49:30.314" v="536" actId="403"/>
        <pc:sldMkLst>
          <pc:docMk/>
          <pc:sldMk cId="652731717" sldId="278"/>
        </pc:sldMkLst>
        <pc:spChg chg="add mod">
          <ac:chgData name="Neeharika Reddy Gadikota" userId="ea0bf10796d46385" providerId="LiveId" clId="{079FD88E-5E27-4153-9070-4C923D41D05E}" dt="2026-05-01T15:49:30.314" v="536" actId="403"/>
          <ac:spMkLst>
            <pc:docMk/>
            <pc:sldMk cId="652731717" sldId="278"/>
            <ac:spMk id="3" creationId="{26BD10E1-B727-F8C4-AB55-6F4ACF7A514E}"/>
          </ac:spMkLst>
        </pc:spChg>
        <pc:spChg chg="add mod">
          <ac:chgData name="Neeharika Reddy Gadikota" userId="ea0bf10796d46385" providerId="LiveId" clId="{079FD88E-5E27-4153-9070-4C923D41D05E}" dt="2026-05-01T15:36:10.501" v="458" actId="1076"/>
          <ac:spMkLst>
            <pc:docMk/>
            <pc:sldMk cId="652731717" sldId="278"/>
            <ac:spMk id="4" creationId="{DCADC7EB-5B73-3634-CD2A-A686EC5865D8}"/>
          </ac:spMkLst>
        </pc:spChg>
        <pc:spChg chg="add mod">
          <ac:chgData name="Neeharika Reddy Gadikota" userId="ea0bf10796d46385" providerId="LiveId" clId="{079FD88E-5E27-4153-9070-4C923D41D05E}" dt="2026-05-01T15:36:17.173" v="462" actId="404"/>
          <ac:spMkLst>
            <pc:docMk/>
            <pc:sldMk cId="652731717" sldId="278"/>
            <ac:spMk id="5" creationId="{EB7755C1-C1C5-0931-087F-FB0583E6A10C}"/>
          </ac:spMkLst>
        </pc:spChg>
        <pc:picChg chg="add mod">
          <ac:chgData name="Neeharika Reddy Gadikota" userId="ea0bf10796d46385" providerId="LiveId" clId="{079FD88E-5E27-4153-9070-4C923D41D05E}" dt="2026-05-01T15:34:53.897" v="426" actId="14100"/>
          <ac:picMkLst>
            <pc:docMk/>
            <pc:sldMk cId="652731717" sldId="278"/>
            <ac:picMk id="2" creationId="{81B94408-C6FA-5864-0569-651A0117C87D}"/>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0CA8B-40EE-39D8-73A5-D95165B2350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32C5E17-E13E-3045-5355-E88C2DF83C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A91E8FD-7F25-A78E-C60F-C7820996F792}"/>
              </a:ext>
            </a:extLst>
          </p:cNvPr>
          <p:cNvSpPr>
            <a:spLocks noGrp="1"/>
          </p:cNvSpPr>
          <p:nvPr>
            <p:ph type="dt" sz="half" idx="10"/>
          </p:nvPr>
        </p:nvSpPr>
        <p:spPr/>
        <p:txBody>
          <a:bodyPr/>
          <a:lstStyle/>
          <a:p>
            <a:fld id="{2EA0EDED-4121-4F81-8336-9D211A0C1062}" type="datetimeFigureOut">
              <a:rPr lang="en-IN" smtClean="0"/>
              <a:t>06-05-2026</a:t>
            </a:fld>
            <a:endParaRPr lang="en-IN"/>
          </a:p>
        </p:txBody>
      </p:sp>
      <p:sp>
        <p:nvSpPr>
          <p:cNvPr id="5" name="Footer Placeholder 4">
            <a:extLst>
              <a:ext uri="{FF2B5EF4-FFF2-40B4-BE49-F238E27FC236}">
                <a16:creationId xmlns:a16="http://schemas.microsoft.com/office/drawing/2014/main" id="{98EA9D68-EF46-7582-48A5-0AD6114A32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E2E68F-A7CD-210B-2D34-5017D6B511A2}"/>
              </a:ext>
            </a:extLst>
          </p:cNvPr>
          <p:cNvSpPr>
            <a:spLocks noGrp="1"/>
          </p:cNvSpPr>
          <p:nvPr>
            <p:ph type="sldNum" sz="quarter" idx="12"/>
          </p:nvPr>
        </p:nvSpPr>
        <p:spPr/>
        <p:txBody>
          <a:bodyPr/>
          <a:lstStyle/>
          <a:p>
            <a:fld id="{47CC0F14-1203-4FD4-9F3A-B67826698439}" type="slidenum">
              <a:rPr lang="en-IN" smtClean="0"/>
              <a:t>‹#›</a:t>
            </a:fld>
            <a:endParaRPr lang="en-IN"/>
          </a:p>
        </p:txBody>
      </p:sp>
    </p:spTree>
    <p:extLst>
      <p:ext uri="{BB962C8B-B14F-4D97-AF65-F5344CB8AC3E}">
        <p14:creationId xmlns:p14="http://schemas.microsoft.com/office/powerpoint/2010/main" val="2587013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375C3-73D4-5C1E-1520-2F80E85DB28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614EF71-32A0-3961-4A01-D67562B0358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1C5D69C-1922-8E81-5779-2E586BA12022}"/>
              </a:ext>
            </a:extLst>
          </p:cNvPr>
          <p:cNvSpPr>
            <a:spLocks noGrp="1"/>
          </p:cNvSpPr>
          <p:nvPr>
            <p:ph type="dt" sz="half" idx="10"/>
          </p:nvPr>
        </p:nvSpPr>
        <p:spPr/>
        <p:txBody>
          <a:bodyPr/>
          <a:lstStyle/>
          <a:p>
            <a:fld id="{2EA0EDED-4121-4F81-8336-9D211A0C1062}" type="datetimeFigureOut">
              <a:rPr lang="en-IN" smtClean="0"/>
              <a:t>06-05-2026</a:t>
            </a:fld>
            <a:endParaRPr lang="en-IN"/>
          </a:p>
        </p:txBody>
      </p:sp>
      <p:sp>
        <p:nvSpPr>
          <p:cNvPr id="5" name="Footer Placeholder 4">
            <a:extLst>
              <a:ext uri="{FF2B5EF4-FFF2-40B4-BE49-F238E27FC236}">
                <a16:creationId xmlns:a16="http://schemas.microsoft.com/office/drawing/2014/main" id="{602F37C0-5422-97A1-1134-9BD6813C5BB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204896-EF89-B9DD-C108-C71D5745B8F6}"/>
              </a:ext>
            </a:extLst>
          </p:cNvPr>
          <p:cNvSpPr>
            <a:spLocks noGrp="1"/>
          </p:cNvSpPr>
          <p:nvPr>
            <p:ph type="sldNum" sz="quarter" idx="12"/>
          </p:nvPr>
        </p:nvSpPr>
        <p:spPr/>
        <p:txBody>
          <a:bodyPr/>
          <a:lstStyle/>
          <a:p>
            <a:fld id="{47CC0F14-1203-4FD4-9F3A-B67826698439}" type="slidenum">
              <a:rPr lang="en-IN" smtClean="0"/>
              <a:t>‹#›</a:t>
            </a:fld>
            <a:endParaRPr lang="en-IN"/>
          </a:p>
        </p:txBody>
      </p:sp>
    </p:spTree>
    <p:extLst>
      <p:ext uri="{BB962C8B-B14F-4D97-AF65-F5344CB8AC3E}">
        <p14:creationId xmlns:p14="http://schemas.microsoft.com/office/powerpoint/2010/main" val="41759255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A3940-AA09-F04C-71EC-DE2509837CB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6AD89F2-4C64-4F74-6D05-C0DFB8ACE98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D921AB9-B8B2-0DF4-B893-7514FA95A7E9}"/>
              </a:ext>
            </a:extLst>
          </p:cNvPr>
          <p:cNvSpPr>
            <a:spLocks noGrp="1"/>
          </p:cNvSpPr>
          <p:nvPr>
            <p:ph type="dt" sz="half" idx="10"/>
          </p:nvPr>
        </p:nvSpPr>
        <p:spPr/>
        <p:txBody>
          <a:bodyPr/>
          <a:lstStyle/>
          <a:p>
            <a:fld id="{2EA0EDED-4121-4F81-8336-9D211A0C1062}" type="datetimeFigureOut">
              <a:rPr lang="en-IN" smtClean="0"/>
              <a:t>06-05-2026</a:t>
            </a:fld>
            <a:endParaRPr lang="en-IN"/>
          </a:p>
        </p:txBody>
      </p:sp>
      <p:sp>
        <p:nvSpPr>
          <p:cNvPr id="5" name="Footer Placeholder 4">
            <a:extLst>
              <a:ext uri="{FF2B5EF4-FFF2-40B4-BE49-F238E27FC236}">
                <a16:creationId xmlns:a16="http://schemas.microsoft.com/office/drawing/2014/main" id="{139B9ED3-BD1C-2FCE-C9AF-62FEA774A92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C506360-6C03-8BB4-3BD4-A83D82535E22}"/>
              </a:ext>
            </a:extLst>
          </p:cNvPr>
          <p:cNvSpPr>
            <a:spLocks noGrp="1"/>
          </p:cNvSpPr>
          <p:nvPr>
            <p:ph type="sldNum" sz="quarter" idx="12"/>
          </p:nvPr>
        </p:nvSpPr>
        <p:spPr/>
        <p:txBody>
          <a:bodyPr/>
          <a:lstStyle/>
          <a:p>
            <a:fld id="{47CC0F14-1203-4FD4-9F3A-B67826698439}" type="slidenum">
              <a:rPr lang="en-IN" smtClean="0"/>
              <a:t>‹#›</a:t>
            </a:fld>
            <a:endParaRPr lang="en-IN"/>
          </a:p>
        </p:txBody>
      </p:sp>
    </p:spTree>
    <p:extLst>
      <p:ext uri="{BB962C8B-B14F-4D97-AF65-F5344CB8AC3E}">
        <p14:creationId xmlns:p14="http://schemas.microsoft.com/office/powerpoint/2010/main" val="13155686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3578B-F8BE-2CA2-A4AD-FDD991A820B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47BBFB8-D7D3-0329-57F1-C77E8C367BB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875081C-B255-E418-23F8-C985988470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19F6798-5999-68A3-1024-403D713752E6}"/>
              </a:ext>
            </a:extLst>
          </p:cNvPr>
          <p:cNvSpPr>
            <a:spLocks noGrp="1"/>
          </p:cNvSpPr>
          <p:nvPr>
            <p:ph type="dt" sz="half" idx="10"/>
          </p:nvPr>
        </p:nvSpPr>
        <p:spPr/>
        <p:txBody>
          <a:bodyPr/>
          <a:lstStyle/>
          <a:p>
            <a:fld id="{2EA0EDED-4121-4F81-8336-9D211A0C1062}" type="datetimeFigureOut">
              <a:rPr lang="en-IN" smtClean="0"/>
              <a:t>06-05-2026</a:t>
            </a:fld>
            <a:endParaRPr lang="en-IN"/>
          </a:p>
        </p:txBody>
      </p:sp>
      <p:sp>
        <p:nvSpPr>
          <p:cNvPr id="6" name="Footer Placeholder 5">
            <a:extLst>
              <a:ext uri="{FF2B5EF4-FFF2-40B4-BE49-F238E27FC236}">
                <a16:creationId xmlns:a16="http://schemas.microsoft.com/office/drawing/2014/main" id="{F6F73055-C304-4775-236C-4E12668FCBB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45CE512-5626-C8B4-A7D1-F96A2E30FB11}"/>
              </a:ext>
            </a:extLst>
          </p:cNvPr>
          <p:cNvSpPr>
            <a:spLocks noGrp="1"/>
          </p:cNvSpPr>
          <p:nvPr>
            <p:ph type="sldNum" sz="quarter" idx="12"/>
          </p:nvPr>
        </p:nvSpPr>
        <p:spPr/>
        <p:txBody>
          <a:bodyPr/>
          <a:lstStyle/>
          <a:p>
            <a:fld id="{47CC0F14-1203-4FD4-9F3A-B67826698439}" type="slidenum">
              <a:rPr lang="en-IN" smtClean="0"/>
              <a:t>‹#›</a:t>
            </a:fld>
            <a:endParaRPr lang="en-IN"/>
          </a:p>
        </p:txBody>
      </p:sp>
    </p:spTree>
    <p:extLst>
      <p:ext uri="{BB962C8B-B14F-4D97-AF65-F5344CB8AC3E}">
        <p14:creationId xmlns:p14="http://schemas.microsoft.com/office/powerpoint/2010/main" val="1274433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C48BE-C247-94AD-2F47-5E7F93E4D6C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E574E17-7DA7-53F2-E19D-17E9097B6F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7E98FFB-5261-99F7-EFF8-5F6FB795CFF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5105045-3E1F-720F-4841-6A39E8EA5A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A9E0B6-3BBA-AB14-45F5-299C0B89064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28B0636-3CD2-ABE1-FA68-365EA15D865F}"/>
              </a:ext>
            </a:extLst>
          </p:cNvPr>
          <p:cNvSpPr>
            <a:spLocks noGrp="1"/>
          </p:cNvSpPr>
          <p:nvPr>
            <p:ph type="dt" sz="half" idx="10"/>
          </p:nvPr>
        </p:nvSpPr>
        <p:spPr/>
        <p:txBody>
          <a:bodyPr/>
          <a:lstStyle/>
          <a:p>
            <a:fld id="{2EA0EDED-4121-4F81-8336-9D211A0C1062}" type="datetimeFigureOut">
              <a:rPr lang="en-IN" smtClean="0"/>
              <a:t>06-05-2026</a:t>
            </a:fld>
            <a:endParaRPr lang="en-IN"/>
          </a:p>
        </p:txBody>
      </p:sp>
      <p:sp>
        <p:nvSpPr>
          <p:cNvPr id="8" name="Footer Placeholder 7">
            <a:extLst>
              <a:ext uri="{FF2B5EF4-FFF2-40B4-BE49-F238E27FC236}">
                <a16:creationId xmlns:a16="http://schemas.microsoft.com/office/drawing/2014/main" id="{0BFBBECA-FFA3-A922-F742-825A4BE8DF4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E35563C-89D3-842B-0AF6-6ABD8956BC95}"/>
              </a:ext>
            </a:extLst>
          </p:cNvPr>
          <p:cNvSpPr>
            <a:spLocks noGrp="1"/>
          </p:cNvSpPr>
          <p:nvPr>
            <p:ph type="sldNum" sz="quarter" idx="12"/>
          </p:nvPr>
        </p:nvSpPr>
        <p:spPr/>
        <p:txBody>
          <a:bodyPr/>
          <a:lstStyle/>
          <a:p>
            <a:fld id="{47CC0F14-1203-4FD4-9F3A-B67826698439}" type="slidenum">
              <a:rPr lang="en-IN" smtClean="0"/>
              <a:t>‹#›</a:t>
            </a:fld>
            <a:endParaRPr lang="en-IN"/>
          </a:p>
        </p:txBody>
      </p:sp>
    </p:spTree>
    <p:extLst>
      <p:ext uri="{BB962C8B-B14F-4D97-AF65-F5344CB8AC3E}">
        <p14:creationId xmlns:p14="http://schemas.microsoft.com/office/powerpoint/2010/main" val="33201729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62D5C-DCD1-D770-F579-43845EBD633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299911A-CB2D-E2C0-F0E6-B2314DE71118}"/>
              </a:ext>
            </a:extLst>
          </p:cNvPr>
          <p:cNvSpPr>
            <a:spLocks noGrp="1"/>
          </p:cNvSpPr>
          <p:nvPr>
            <p:ph type="dt" sz="half" idx="10"/>
          </p:nvPr>
        </p:nvSpPr>
        <p:spPr/>
        <p:txBody>
          <a:bodyPr/>
          <a:lstStyle/>
          <a:p>
            <a:fld id="{2EA0EDED-4121-4F81-8336-9D211A0C1062}" type="datetimeFigureOut">
              <a:rPr lang="en-IN" smtClean="0"/>
              <a:t>06-05-2026</a:t>
            </a:fld>
            <a:endParaRPr lang="en-IN"/>
          </a:p>
        </p:txBody>
      </p:sp>
      <p:sp>
        <p:nvSpPr>
          <p:cNvPr id="4" name="Footer Placeholder 3">
            <a:extLst>
              <a:ext uri="{FF2B5EF4-FFF2-40B4-BE49-F238E27FC236}">
                <a16:creationId xmlns:a16="http://schemas.microsoft.com/office/drawing/2014/main" id="{2A65185A-1987-49B0-FD6C-86EA2D9C323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B044F7E-70B5-E657-6F5D-92B50D855DFC}"/>
              </a:ext>
            </a:extLst>
          </p:cNvPr>
          <p:cNvSpPr>
            <a:spLocks noGrp="1"/>
          </p:cNvSpPr>
          <p:nvPr>
            <p:ph type="sldNum" sz="quarter" idx="12"/>
          </p:nvPr>
        </p:nvSpPr>
        <p:spPr/>
        <p:txBody>
          <a:bodyPr/>
          <a:lstStyle/>
          <a:p>
            <a:fld id="{47CC0F14-1203-4FD4-9F3A-B67826698439}" type="slidenum">
              <a:rPr lang="en-IN" smtClean="0"/>
              <a:t>‹#›</a:t>
            </a:fld>
            <a:endParaRPr lang="en-IN"/>
          </a:p>
        </p:txBody>
      </p:sp>
    </p:spTree>
    <p:extLst>
      <p:ext uri="{BB962C8B-B14F-4D97-AF65-F5344CB8AC3E}">
        <p14:creationId xmlns:p14="http://schemas.microsoft.com/office/powerpoint/2010/main" val="9890860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84DE2A-44DA-B97D-7392-DD0D40F43D47}"/>
              </a:ext>
            </a:extLst>
          </p:cNvPr>
          <p:cNvSpPr>
            <a:spLocks noGrp="1"/>
          </p:cNvSpPr>
          <p:nvPr>
            <p:ph type="dt" sz="half" idx="10"/>
          </p:nvPr>
        </p:nvSpPr>
        <p:spPr/>
        <p:txBody>
          <a:bodyPr/>
          <a:lstStyle/>
          <a:p>
            <a:fld id="{2EA0EDED-4121-4F81-8336-9D211A0C1062}" type="datetimeFigureOut">
              <a:rPr lang="en-IN" smtClean="0"/>
              <a:t>06-05-2026</a:t>
            </a:fld>
            <a:endParaRPr lang="en-IN"/>
          </a:p>
        </p:txBody>
      </p:sp>
      <p:sp>
        <p:nvSpPr>
          <p:cNvPr id="3" name="Footer Placeholder 2">
            <a:extLst>
              <a:ext uri="{FF2B5EF4-FFF2-40B4-BE49-F238E27FC236}">
                <a16:creationId xmlns:a16="http://schemas.microsoft.com/office/drawing/2014/main" id="{88870D78-02EB-86D9-D1F8-4255478A3B1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B0C7903-DEB8-B16D-280B-B878172D077F}"/>
              </a:ext>
            </a:extLst>
          </p:cNvPr>
          <p:cNvSpPr>
            <a:spLocks noGrp="1"/>
          </p:cNvSpPr>
          <p:nvPr>
            <p:ph type="sldNum" sz="quarter" idx="12"/>
          </p:nvPr>
        </p:nvSpPr>
        <p:spPr/>
        <p:txBody>
          <a:bodyPr/>
          <a:lstStyle/>
          <a:p>
            <a:fld id="{47CC0F14-1203-4FD4-9F3A-B67826698439}" type="slidenum">
              <a:rPr lang="en-IN" smtClean="0"/>
              <a:t>‹#›</a:t>
            </a:fld>
            <a:endParaRPr lang="en-IN"/>
          </a:p>
        </p:txBody>
      </p:sp>
    </p:spTree>
    <p:extLst>
      <p:ext uri="{BB962C8B-B14F-4D97-AF65-F5344CB8AC3E}">
        <p14:creationId xmlns:p14="http://schemas.microsoft.com/office/powerpoint/2010/main" val="21173788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67910-6F78-FC17-38D6-2E918D0107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061A46D-7543-A7BE-87A2-AC9155D070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562992-3181-5E20-2A0E-A5A44BA7D2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419EA4-DF18-B250-B5D5-9DFB15B9EBB6}"/>
              </a:ext>
            </a:extLst>
          </p:cNvPr>
          <p:cNvSpPr>
            <a:spLocks noGrp="1"/>
          </p:cNvSpPr>
          <p:nvPr>
            <p:ph type="dt" sz="half" idx="10"/>
          </p:nvPr>
        </p:nvSpPr>
        <p:spPr/>
        <p:txBody>
          <a:bodyPr/>
          <a:lstStyle/>
          <a:p>
            <a:fld id="{2EA0EDED-4121-4F81-8336-9D211A0C1062}" type="datetimeFigureOut">
              <a:rPr lang="en-IN" smtClean="0"/>
              <a:t>06-05-2026</a:t>
            </a:fld>
            <a:endParaRPr lang="en-IN"/>
          </a:p>
        </p:txBody>
      </p:sp>
      <p:sp>
        <p:nvSpPr>
          <p:cNvPr id="6" name="Footer Placeholder 5">
            <a:extLst>
              <a:ext uri="{FF2B5EF4-FFF2-40B4-BE49-F238E27FC236}">
                <a16:creationId xmlns:a16="http://schemas.microsoft.com/office/drawing/2014/main" id="{D6469F69-1F82-E8A4-8F89-CC0AEECB77A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BE65726-0C1B-C178-E742-805CC2C03E84}"/>
              </a:ext>
            </a:extLst>
          </p:cNvPr>
          <p:cNvSpPr>
            <a:spLocks noGrp="1"/>
          </p:cNvSpPr>
          <p:nvPr>
            <p:ph type="sldNum" sz="quarter" idx="12"/>
          </p:nvPr>
        </p:nvSpPr>
        <p:spPr/>
        <p:txBody>
          <a:bodyPr/>
          <a:lstStyle/>
          <a:p>
            <a:fld id="{47CC0F14-1203-4FD4-9F3A-B67826698439}" type="slidenum">
              <a:rPr lang="en-IN" smtClean="0"/>
              <a:t>‹#›</a:t>
            </a:fld>
            <a:endParaRPr lang="en-IN"/>
          </a:p>
        </p:txBody>
      </p:sp>
    </p:spTree>
    <p:extLst>
      <p:ext uri="{BB962C8B-B14F-4D97-AF65-F5344CB8AC3E}">
        <p14:creationId xmlns:p14="http://schemas.microsoft.com/office/powerpoint/2010/main" val="10619441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9E286-8A72-0ED9-3715-C9AFAB74EC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E033BBA-8CC7-C9A6-6161-C0F76472E5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F2F488D-F41B-7C60-963F-3833FDC681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10A0E8-AF20-CC8D-D696-7691078DE2C9}"/>
              </a:ext>
            </a:extLst>
          </p:cNvPr>
          <p:cNvSpPr>
            <a:spLocks noGrp="1"/>
          </p:cNvSpPr>
          <p:nvPr>
            <p:ph type="dt" sz="half" idx="10"/>
          </p:nvPr>
        </p:nvSpPr>
        <p:spPr/>
        <p:txBody>
          <a:bodyPr/>
          <a:lstStyle/>
          <a:p>
            <a:fld id="{2EA0EDED-4121-4F81-8336-9D211A0C1062}" type="datetimeFigureOut">
              <a:rPr lang="en-IN" smtClean="0"/>
              <a:t>06-05-2026</a:t>
            </a:fld>
            <a:endParaRPr lang="en-IN"/>
          </a:p>
        </p:txBody>
      </p:sp>
      <p:sp>
        <p:nvSpPr>
          <p:cNvPr id="6" name="Footer Placeholder 5">
            <a:extLst>
              <a:ext uri="{FF2B5EF4-FFF2-40B4-BE49-F238E27FC236}">
                <a16:creationId xmlns:a16="http://schemas.microsoft.com/office/drawing/2014/main" id="{4B3D50C6-0A59-1B9A-5EF8-F0A4E9E3EF8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E58C336-3AA2-7D22-0DB7-D2A5FDCA3CA9}"/>
              </a:ext>
            </a:extLst>
          </p:cNvPr>
          <p:cNvSpPr>
            <a:spLocks noGrp="1"/>
          </p:cNvSpPr>
          <p:nvPr>
            <p:ph type="sldNum" sz="quarter" idx="12"/>
          </p:nvPr>
        </p:nvSpPr>
        <p:spPr/>
        <p:txBody>
          <a:bodyPr/>
          <a:lstStyle/>
          <a:p>
            <a:fld id="{47CC0F14-1203-4FD4-9F3A-B67826698439}" type="slidenum">
              <a:rPr lang="en-IN" smtClean="0"/>
              <a:t>‹#›</a:t>
            </a:fld>
            <a:endParaRPr lang="en-IN"/>
          </a:p>
        </p:txBody>
      </p:sp>
    </p:spTree>
    <p:extLst>
      <p:ext uri="{BB962C8B-B14F-4D97-AF65-F5344CB8AC3E}">
        <p14:creationId xmlns:p14="http://schemas.microsoft.com/office/powerpoint/2010/main" val="3688399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2409A-C1B0-3BDD-311C-6BC8B670CBA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364A00F-88B6-995C-7058-EF29817B955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039C5A1-D98F-450A-486C-302C5DACD5FC}"/>
              </a:ext>
            </a:extLst>
          </p:cNvPr>
          <p:cNvSpPr>
            <a:spLocks noGrp="1"/>
          </p:cNvSpPr>
          <p:nvPr>
            <p:ph type="dt" sz="half" idx="10"/>
          </p:nvPr>
        </p:nvSpPr>
        <p:spPr/>
        <p:txBody>
          <a:bodyPr/>
          <a:lstStyle/>
          <a:p>
            <a:fld id="{2EA0EDED-4121-4F81-8336-9D211A0C1062}" type="datetimeFigureOut">
              <a:rPr lang="en-IN" smtClean="0"/>
              <a:t>06-05-2026</a:t>
            </a:fld>
            <a:endParaRPr lang="en-IN"/>
          </a:p>
        </p:txBody>
      </p:sp>
      <p:sp>
        <p:nvSpPr>
          <p:cNvPr id="5" name="Footer Placeholder 4">
            <a:extLst>
              <a:ext uri="{FF2B5EF4-FFF2-40B4-BE49-F238E27FC236}">
                <a16:creationId xmlns:a16="http://schemas.microsoft.com/office/drawing/2014/main" id="{CFFF4D47-3A26-2D56-108A-AD1149E313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8E8211-5442-EDF1-FCC0-02B5E2810032}"/>
              </a:ext>
            </a:extLst>
          </p:cNvPr>
          <p:cNvSpPr>
            <a:spLocks noGrp="1"/>
          </p:cNvSpPr>
          <p:nvPr>
            <p:ph type="sldNum" sz="quarter" idx="12"/>
          </p:nvPr>
        </p:nvSpPr>
        <p:spPr/>
        <p:txBody>
          <a:bodyPr/>
          <a:lstStyle/>
          <a:p>
            <a:fld id="{47CC0F14-1203-4FD4-9F3A-B67826698439}" type="slidenum">
              <a:rPr lang="en-IN" smtClean="0"/>
              <a:t>‹#›</a:t>
            </a:fld>
            <a:endParaRPr lang="en-IN"/>
          </a:p>
        </p:txBody>
      </p:sp>
    </p:spTree>
    <p:extLst>
      <p:ext uri="{BB962C8B-B14F-4D97-AF65-F5344CB8AC3E}">
        <p14:creationId xmlns:p14="http://schemas.microsoft.com/office/powerpoint/2010/main" val="14566644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286E04-966C-30DF-ECE9-59ACA842AAA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8801444-BFA4-CCC3-3B8D-0B8E02D50E0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5FBA5D5-9232-F0BF-0A1F-8CB322814790}"/>
              </a:ext>
            </a:extLst>
          </p:cNvPr>
          <p:cNvSpPr>
            <a:spLocks noGrp="1"/>
          </p:cNvSpPr>
          <p:nvPr>
            <p:ph type="dt" sz="half" idx="10"/>
          </p:nvPr>
        </p:nvSpPr>
        <p:spPr/>
        <p:txBody>
          <a:bodyPr/>
          <a:lstStyle/>
          <a:p>
            <a:fld id="{2EA0EDED-4121-4F81-8336-9D211A0C1062}" type="datetimeFigureOut">
              <a:rPr lang="en-IN" smtClean="0"/>
              <a:t>06-05-2026</a:t>
            </a:fld>
            <a:endParaRPr lang="en-IN"/>
          </a:p>
        </p:txBody>
      </p:sp>
      <p:sp>
        <p:nvSpPr>
          <p:cNvPr id="5" name="Footer Placeholder 4">
            <a:extLst>
              <a:ext uri="{FF2B5EF4-FFF2-40B4-BE49-F238E27FC236}">
                <a16:creationId xmlns:a16="http://schemas.microsoft.com/office/drawing/2014/main" id="{14E63B8B-2BC6-8264-A069-B4B340262A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E37307E-30FB-BD33-99E2-F92A887E5651}"/>
              </a:ext>
            </a:extLst>
          </p:cNvPr>
          <p:cNvSpPr>
            <a:spLocks noGrp="1"/>
          </p:cNvSpPr>
          <p:nvPr>
            <p:ph type="sldNum" sz="quarter" idx="12"/>
          </p:nvPr>
        </p:nvSpPr>
        <p:spPr/>
        <p:txBody>
          <a:bodyPr/>
          <a:lstStyle/>
          <a:p>
            <a:fld id="{47CC0F14-1203-4FD4-9F3A-B67826698439}" type="slidenum">
              <a:rPr lang="en-IN" smtClean="0"/>
              <a:t>‹#›</a:t>
            </a:fld>
            <a:endParaRPr lang="en-IN"/>
          </a:p>
        </p:txBody>
      </p:sp>
    </p:spTree>
    <p:extLst>
      <p:ext uri="{BB962C8B-B14F-4D97-AF65-F5344CB8AC3E}">
        <p14:creationId xmlns:p14="http://schemas.microsoft.com/office/powerpoint/2010/main" val="7474772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A51B743-3B85-A8AD-4CA6-68BD1C1D7F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5243160-A7C9-CFE7-14A3-DF7BC21EFF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0ABF80-2A94-C27C-E7B7-0FC8DBF5422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A0EDED-4121-4F81-8336-9D211A0C1062}" type="datetimeFigureOut">
              <a:rPr lang="en-IN" smtClean="0"/>
              <a:t>06-05-2026</a:t>
            </a:fld>
            <a:endParaRPr lang="en-IN"/>
          </a:p>
        </p:txBody>
      </p:sp>
      <p:sp>
        <p:nvSpPr>
          <p:cNvPr id="5" name="Footer Placeholder 4">
            <a:extLst>
              <a:ext uri="{FF2B5EF4-FFF2-40B4-BE49-F238E27FC236}">
                <a16:creationId xmlns:a16="http://schemas.microsoft.com/office/drawing/2014/main" id="{52A64EA3-E5C0-F900-2D63-467FB9BB40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A94CCA2-3F12-52CB-34A7-ED1AA166B4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CC0F14-1203-4FD4-9F3A-B67826698439}" type="slidenum">
              <a:rPr lang="en-IN" smtClean="0"/>
              <a:t>‹#›</a:t>
            </a:fld>
            <a:endParaRPr lang="en-IN"/>
          </a:p>
        </p:txBody>
      </p:sp>
    </p:spTree>
    <p:extLst>
      <p:ext uri="{BB962C8B-B14F-4D97-AF65-F5344CB8AC3E}">
        <p14:creationId xmlns:p14="http://schemas.microsoft.com/office/powerpoint/2010/main" val="31774554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1B94408-C6FA-5864-0569-651A0117C87D}"/>
              </a:ext>
            </a:extLst>
          </p:cNvPr>
          <p:cNvPicPr/>
          <p:nvPr/>
        </p:nvPicPr>
        <p:blipFill>
          <a:blip r:embed="rId2"/>
          <a:stretch>
            <a:fillRect/>
          </a:stretch>
        </p:blipFill>
        <p:spPr>
          <a:xfrm>
            <a:off x="1224950" y="178687"/>
            <a:ext cx="9684589" cy="1662300"/>
          </a:xfrm>
          <a:prstGeom prst="rect">
            <a:avLst/>
          </a:prstGeom>
        </p:spPr>
      </p:pic>
      <p:sp>
        <p:nvSpPr>
          <p:cNvPr id="3" name="TextBox 2">
            <a:extLst>
              <a:ext uri="{FF2B5EF4-FFF2-40B4-BE49-F238E27FC236}">
                <a16:creationId xmlns:a16="http://schemas.microsoft.com/office/drawing/2014/main" id="{26BD10E1-B727-F8C4-AB55-6F4ACF7A514E}"/>
              </a:ext>
            </a:extLst>
          </p:cNvPr>
          <p:cNvSpPr txBox="1"/>
          <p:nvPr/>
        </p:nvSpPr>
        <p:spPr>
          <a:xfrm>
            <a:off x="2142987" y="2142171"/>
            <a:ext cx="7470476" cy="646331"/>
          </a:xfrm>
          <a:prstGeom prst="rect">
            <a:avLst/>
          </a:prstGeom>
          <a:noFill/>
        </p:spPr>
        <p:txBody>
          <a:bodyPr wrap="square">
            <a:spAutoFit/>
          </a:bodyPr>
          <a:lstStyle/>
          <a:p>
            <a:pPr marL="0" indent="0" algn="ctr">
              <a:buNone/>
            </a:pPr>
            <a:r>
              <a:rPr lang="en-US" sz="3600" b="1" dirty="0">
                <a:solidFill>
                  <a:srgbClr val="C00000"/>
                </a:solidFill>
                <a:latin typeface="Times New Roman" panose="02020603050405020304" pitchFamily="18" charset="0"/>
                <a:cs typeface="Times New Roman" panose="02020603050405020304" pitchFamily="18" charset="0"/>
              </a:rPr>
              <a:t>MAJOR PROJECT REVIEW - 3</a:t>
            </a:r>
          </a:p>
        </p:txBody>
      </p:sp>
      <p:sp>
        <p:nvSpPr>
          <p:cNvPr id="4" name="Google Shape;303;p41">
            <a:extLst>
              <a:ext uri="{FF2B5EF4-FFF2-40B4-BE49-F238E27FC236}">
                <a16:creationId xmlns:a16="http://schemas.microsoft.com/office/drawing/2014/main" id="{DCADC7EB-5B73-3634-CD2A-A686EC5865D8}"/>
              </a:ext>
            </a:extLst>
          </p:cNvPr>
          <p:cNvSpPr txBox="1">
            <a:spLocks/>
          </p:cNvSpPr>
          <p:nvPr/>
        </p:nvSpPr>
        <p:spPr>
          <a:xfrm>
            <a:off x="477328" y="3028131"/>
            <a:ext cx="11484634" cy="1236452"/>
          </a:xfrm>
          <a:prstGeom prst="rect">
            <a:avLst/>
          </a:prstGeom>
        </p:spPr>
        <p:txBody>
          <a:bodyPr spcFirstLastPara="1" wrap="square" lIns="91425" tIns="91425" rIns="91425" bIns="91425"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800" b="1" dirty="0">
                <a:solidFill>
                  <a:srgbClr val="002060"/>
                </a:solidFill>
                <a:latin typeface="Times New Roman" panose="02020603050405020304" pitchFamily="18" charset="0"/>
                <a:cs typeface="Times New Roman" panose="02020603050405020304" pitchFamily="18" charset="0"/>
              </a:rPr>
              <a:t>Smart Explainable AI Model for Personalized Disease Risk Assessment and Early Disease Prediction</a:t>
            </a:r>
          </a:p>
        </p:txBody>
      </p:sp>
      <p:sp>
        <p:nvSpPr>
          <p:cNvPr id="5" name="TextBox 4">
            <a:extLst>
              <a:ext uri="{FF2B5EF4-FFF2-40B4-BE49-F238E27FC236}">
                <a16:creationId xmlns:a16="http://schemas.microsoft.com/office/drawing/2014/main" id="{EB7755C1-C1C5-0931-087F-FB0583E6A10C}"/>
              </a:ext>
            </a:extLst>
          </p:cNvPr>
          <p:cNvSpPr txBox="1"/>
          <p:nvPr/>
        </p:nvSpPr>
        <p:spPr>
          <a:xfrm>
            <a:off x="746137" y="4771617"/>
            <a:ext cx="10600570" cy="954107"/>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Name</a:t>
            </a:r>
            <a:r>
              <a:rPr lang="en-US" sz="2800" dirty="0">
                <a:latin typeface="Times New Roman" panose="02020603050405020304" pitchFamily="18" charset="0"/>
                <a:cs typeface="Times New Roman" panose="02020603050405020304" pitchFamily="18" charset="0"/>
              </a:rPr>
              <a:t> : </a:t>
            </a:r>
            <a:r>
              <a:rPr lang="pt-BR" sz="2800" dirty="0">
                <a:latin typeface="Times New Roman" panose="02020603050405020304" pitchFamily="18" charset="0"/>
                <a:cs typeface="Times New Roman" panose="02020603050405020304" pitchFamily="18" charset="0"/>
              </a:rPr>
              <a:t>Hemanth Kumar Pattem (Reg. No. 24691F0071)</a:t>
            </a:r>
            <a:endParaRPr lang="en-US" sz="2800" dirty="0">
              <a:latin typeface="Times New Roman" panose="02020603050405020304" pitchFamily="18" charset="0"/>
              <a:cs typeface="Times New Roman" panose="02020603050405020304" pitchFamily="18" charset="0"/>
            </a:endParaRPr>
          </a:p>
          <a:p>
            <a:pPr algn="ctr"/>
            <a:r>
              <a:rPr lang="en-US" sz="2800" b="1" dirty="0">
                <a:latin typeface="Times New Roman" panose="02020603050405020304" pitchFamily="18" charset="0"/>
                <a:cs typeface="Times New Roman" panose="02020603050405020304" pitchFamily="18" charset="0"/>
              </a:rPr>
              <a:t>Project Guide </a:t>
            </a:r>
            <a:r>
              <a:rPr lang="en-US" sz="2800" dirty="0">
                <a:latin typeface="Times New Roman" panose="02020603050405020304" pitchFamily="18" charset="0"/>
                <a:cs typeface="Times New Roman" panose="02020603050405020304" pitchFamily="18" charset="0"/>
              </a:rPr>
              <a:t>: </a:t>
            </a:r>
            <a:r>
              <a:rPr lang="en-IN" sz="2800" dirty="0">
                <a:latin typeface="Times New Roman" panose="02020603050405020304" pitchFamily="18" charset="0"/>
                <a:cs typeface="Times New Roman" panose="02020603050405020304" pitchFamily="18" charset="0"/>
              </a:rPr>
              <a:t>Dr.  SRINIVASAN JAGANNATHAN, M.C.A., Ph.D., </a:t>
            </a:r>
          </a:p>
        </p:txBody>
      </p:sp>
    </p:spTree>
    <p:extLst>
      <p:ext uri="{BB962C8B-B14F-4D97-AF65-F5344CB8AC3E}">
        <p14:creationId xmlns:p14="http://schemas.microsoft.com/office/powerpoint/2010/main" val="6527317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1175F-164B-B9C1-84AD-B367395B757D}"/>
              </a:ext>
            </a:extLst>
          </p:cNvPr>
          <p:cNvSpPr>
            <a:spLocks noGrp="1"/>
          </p:cNvSpPr>
          <p:nvPr>
            <p:ph type="title"/>
          </p:nvPr>
        </p:nvSpPr>
        <p:spPr>
          <a:xfrm>
            <a:off x="838200" y="-123705"/>
            <a:ext cx="10515600" cy="1325563"/>
          </a:xfrm>
        </p:spPr>
        <p:txBody>
          <a:bodyPr>
            <a:normAutofit/>
          </a:bodyPr>
          <a:lstStyle/>
          <a:p>
            <a:pPr algn="ctr"/>
            <a:r>
              <a:rPr lang="en-US" sz="4800" b="1" dirty="0">
                <a:solidFill>
                  <a:srgbClr val="0070C0"/>
                </a:solidFill>
                <a:latin typeface="Times New Roman" panose="02020603050405020304" pitchFamily="18" charset="0"/>
                <a:cs typeface="Times New Roman" panose="02020603050405020304" pitchFamily="18" charset="0"/>
              </a:rPr>
              <a:t>Agenda</a:t>
            </a:r>
            <a:endParaRPr lang="en-IN" sz="4800" b="1" dirty="0">
              <a:solidFill>
                <a:srgbClr val="0070C0"/>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10277001-B0F2-F701-C4B9-6F445CA856BB}"/>
              </a:ext>
            </a:extLst>
          </p:cNvPr>
          <p:cNvSpPr>
            <a:spLocks noGrp="1" noChangeArrowheads="1"/>
          </p:cNvSpPr>
          <p:nvPr>
            <p:ph idx="1"/>
          </p:nvPr>
        </p:nvSpPr>
        <p:spPr bwMode="auto">
          <a:xfrm>
            <a:off x="585157" y="1364689"/>
            <a:ext cx="7029091"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Title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Abstract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Technologies and Tools Used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Modules Description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Testing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Experimental Results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Performance Evaluation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Comparison with Existing System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Code Snippets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Screenshots of Implementation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Conclusion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Scope for Future Enhancement </a:t>
            </a:r>
          </a:p>
        </p:txBody>
      </p:sp>
      <p:pic>
        <p:nvPicPr>
          <p:cNvPr id="6" name="Picture 5" descr="MITS Deemed to be University (Declared under section 3 of UGC Act, 1956 by  Govt. of India-MoE)">
            <a:extLst>
              <a:ext uri="{FF2B5EF4-FFF2-40B4-BE49-F238E27FC236}">
                <a16:creationId xmlns:a16="http://schemas.microsoft.com/office/drawing/2014/main" id="{4D74D588-EB67-102F-2833-BE4F7445A3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185" y="107577"/>
            <a:ext cx="1403230" cy="1156507"/>
          </a:xfrm>
          <a:prstGeom prst="rect">
            <a:avLst/>
          </a:prstGeom>
          <a:noFill/>
          <a:extLst>
            <a:ext uri="{909E8E84-426E-40DD-AFC4-6F175D3DCCD1}">
              <a14:hiddenFill xmlns:a14="http://schemas.microsoft.com/office/drawing/2010/main">
                <a:solidFill>
                  <a:srgbClr val="FFFFFF"/>
                </a:solidFill>
              </a14:hiddenFill>
            </a:ext>
          </a:extLst>
        </p:spPr>
      </p:pic>
      <p:pic>
        <p:nvPicPr>
          <p:cNvPr id="5123" name="Picture 3" descr="Generative AI in Healthcare: Balancing ...">
            <a:extLst>
              <a:ext uri="{FF2B5EF4-FFF2-40B4-BE49-F238E27FC236}">
                <a16:creationId xmlns:a16="http://schemas.microsoft.com/office/drawing/2014/main" id="{0B7EB196-916C-9679-9FA5-4701F9042D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49393" y="2056531"/>
            <a:ext cx="5651634" cy="35099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3522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FF2D5-BA87-056C-1C75-8B9E91FD7A72}"/>
              </a:ext>
            </a:extLst>
          </p:cNvPr>
          <p:cNvSpPr>
            <a:spLocks noGrp="1"/>
          </p:cNvSpPr>
          <p:nvPr>
            <p:ph type="title"/>
          </p:nvPr>
        </p:nvSpPr>
        <p:spPr>
          <a:xfrm>
            <a:off x="838200" y="107577"/>
            <a:ext cx="10515600" cy="1325563"/>
          </a:xfrm>
        </p:spPr>
        <p:txBody>
          <a:bodyPr/>
          <a:lstStyle/>
          <a:p>
            <a:pPr algn="ctr"/>
            <a:r>
              <a:rPr lang="en-US" b="1" dirty="0">
                <a:solidFill>
                  <a:schemeClr val="accent5">
                    <a:lumMod val="75000"/>
                  </a:schemeClr>
                </a:solidFill>
                <a:latin typeface="Times New Roman" panose="02020603050405020304" pitchFamily="18" charset="0"/>
                <a:cs typeface="Times New Roman" panose="02020603050405020304" pitchFamily="18" charset="0"/>
              </a:rPr>
              <a:t> </a:t>
            </a:r>
            <a:r>
              <a:rPr lang="en-IN" b="1" dirty="0">
                <a:solidFill>
                  <a:schemeClr val="accent5">
                    <a:lumMod val="75000"/>
                  </a:schemeClr>
                </a:solidFill>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8A9FFA0D-7890-649A-6FF8-79BA80A2395E}"/>
              </a:ext>
            </a:extLst>
          </p:cNvPr>
          <p:cNvSpPr>
            <a:spLocks noGrp="1"/>
          </p:cNvSpPr>
          <p:nvPr>
            <p:ph idx="1"/>
          </p:nvPr>
        </p:nvSpPr>
        <p:spPr>
          <a:xfrm>
            <a:off x="838200" y="1549580"/>
            <a:ext cx="10515600" cy="4351338"/>
          </a:xfrm>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This work presents a Smart Explainable AI Framework for early disease prediction and personalized healthcare risk assessment. The system predicts Diabetes, Heart Disease, and Breast Cancer using a hybrid ensemble model with Random Forest,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and Logistic Regression. SHAP and LIME are integrated to provide explainable and transparent predictions. The framework identifies important risk factors such as glucose, BMI, age, and tumor features, supporting accurate prediction, preventive healthcare, and better clinical decision-making.</a:t>
            </a:r>
          </a:p>
          <a:p>
            <a:pPr marL="0" indent="0" algn="just">
              <a:buNone/>
            </a:pPr>
            <a:endParaRPr lang="en-IN" dirty="0">
              <a:latin typeface="Times New Roman" panose="02020603050405020304" pitchFamily="18" charset="0"/>
              <a:cs typeface="Times New Roman" panose="02020603050405020304" pitchFamily="18" charset="0"/>
            </a:endParaRPr>
          </a:p>
        </p:txBody>
      </p:sp>
      <p:pic>
        <p:nvPicPr>
          <p:cNvPr id="4" name="Picture 3" descr="MITS Deemed to be University (Declared under section 3 of UGC Act, 1956 by  Govt. of India-MoE)">
            <a:extLst>
              <a:ext uri="{FF2B5EF4-FFF2-40B4-BE49-F238E27FC236}">
                <a16:creationId xmlns:a16="http://schemas.microsoft.com/office/drawing/2014/main" id="{AD4278F6-EE51-052C-BCB4-9DC2C71031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185" y="107577"/>
            <a:ext cx="1403230" cy="1156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8555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4A5E1-8575-0598-5223-010375C65CBD}"/>
              </a:ext>
            </a:extLst>
          </p:cNvPr>
          <p:cNvSpPr>
            <a:spLocks noGrp="1"/>
          </p:cNvSpPr>
          <p:nvPr>
            <p:ph type="title"/>
          </p:nvPr>
        </p:nvSpPr>
        <p:spPr>
          <a:xfrm>
            <a:off x="747622" y="-123706"/>
            <a:ext cx="10515600" cy="1325563"/>
          </a:xfrm>
        </p:spPr>
        <p:txBody>
          <a:bodyPr/>
          <a:lstStyle/>
          <a:p>
            <a:pPr algn="ctr"/>
            <a:r>
              <a:rPr lang="en-IN" b="1" dirty="0">
                <a:solidFill>
                  <a:schemeClr val="accent5">
                    <a:lumMod val="75000"/>
                  </a:schemeClr>
                </a:solidFill>
                <a:latin typeface="Times New Roman" panose="02020603050405020304" pitchFamily="18" charset="0"/>
                <a:cs typeface="Times New Roman" panose="02020603050405020304" pitchFamily="18" charset="0"/>
              </a:rPr>
              <a:t>Technologies and Tools Used</a:t>
            </a:r>
            <a:endParaRPr lang="en-IN" dirty="0">
              <a:solidFill>
                <a:schemeClr val="accent5">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B386DE9-5AEB-1E21-11A7-65EB9E821546}"/>
              </a:ext>
            </a:extLst>
          </p:cNvPr>
          <p:cNvSpPr>
            <a:spLocks noGrp="1"/>
          </p:cNvSpPr>
          <p:nvPr>
            <p:ph idx="1"/>
          </p:nvPr>
        </p:nvSpPr>
        <p:spPr>
          <a:xfrm>
            <a:off x="465826" y="1426234"/>
            <a:ext cx="5539596" cy="5078083"/>
          </a:xfrm>
        </p:spPr>
        <p:txBody>
          <a:bodyPr>
            <a:normAutofit/>
          </a:bodyPr>
          <a:lstStyle/>
          <a:p>
            <a:pPr marL="0" indent="0">
              <a:buNone/>
            </a:pPr>
            <a:r>
              <a:rPr lang="en-IN" sz="3000" b="1" dirty="0">
                <a:latin typeface="Times New Roman" panose="02020603050405020304" pitchFamily="18" charset="0"/>
                <a:cs typeface="Times New Roman" panose="02020603050405020304" pitchFamily="18" charset="0"/>
              </a:rPr>
              <a:t>Programming Language- </a:t>
            </a:r>
            <a:r>
              <a:rPr lang="en-IN" sz="2600" dirty="0">
                <a:latin typeface="Times New Roman" panose="02020603050405020304" pitchFamily="18" charset="0"/>
                <a:cs typeface="Times New Roman" panose="02020603050405020304" pitchFamily="18" charset="0"/>
              </a:rPr>
              <a:t>Python</a:t>
            </a:r>
            <a:r>
              <a:rPr lang="en-IN" dirty="0">
                <a:latin typeface="Times New Roman" panose="02020603050405020304" pitchFamily="18" charset="0"/>
                <a:cs typeface="Times New Roman" panose="02020603050405020304" pitchFamily="18" charset="0"/>
              </a:rPr>
              <a:t> </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b="1" dirty="0">
                <a:latin typeface="Times New Roman" panose="02020603050405020304" pitchFamily="18" charset="0"/>
                <a:cs typeface="Times New Roman" panose="02020603050405020304" pitchFamily="18" charset="0"/>
              </a:rPr>
              <a:t>Libraries and Frameworks</a:t>
            </a:r>
          </a:p>
          <a:p>
            <a:r>
              <a:rPr lang="en-IN" sz="2600" dirty="0">
                <a:latin typeface="Times New Roman" panose="02020603050405020304" pitchFamily="18" charset="0"/>
                <a:cs typeface="Times New Roman" panose="02020603050405020304" pitchFamily="18" charset="0"/>
              </a:rPr>
              <a:t>Pandas </a:t>
            </a:r>
          </a:p>
          <a:p>
            <a:r>
              <a:rPr lang="en-IN" sz="2600" dirty="0">
                <a:latin typeface="Times New Roman" panose="02020603050405020304" pitchFamily="18" charset="0"/>
                <a:cs typeface="Times New Roman" panose="02020603050405020304" pitchFamily="18" charset="0"/>
              </a:rPr>
              <a:t>NumPy </a:t>
            </a:r>
          </a:p>
          <a:p>
            <a:r>
              <a:rPr lang="en-IN" sz="2600" dirty="0">
                <a:latin typeface="Times New Roman" panose="02020603050405020304" pitchFamily="18" charset="0"/>
                <a:cs typeface="Times New Roman" panose="02020603050405020304" pitchFamily="18" charset="0"/>
              </a:rPr>
              <a:t>Scikit-learn </a:t>
            </a:r>
          </a:p>
          <a:p>
            <a:r>
              <a:rPr lang="en-IN" sz="2600" dirty="0">
                <a:latin typeface="Times New Roman" panose="02020603050405020304" pitchFamily="18" charset="0"/>
                <a:cs typeface="Times New Roman" panose="02020603050405020304" pitchFamily="18" charset="0"/>
              </a:rPr>
              <a:t>TensorFlow / Keras </a:t>
            </a:r>
          </a:p>
          <a:p>
            <a:r>
              <a:rPr lang="en-IN" sz="2600" dirty="0">
                <a:latin typeface="Times New Roman" panose="02020603050405020304" pitchFamily="18" charset="0"/>
                <a:cs typeface="Times New Roman" panose="02020603050405020304" pitchFamily="18" charset="0"/>
              </a:rPr>
              <a:t>Matplotlib </a:t>
            </a:r>
          </a:p>
          <a:p>
            <a:r>
              <a:rPr lang="en-IN" sz="2600" dirty="0">
                <a:latin typeface="Times New Roman" panose="02020603050405020304" pitchFamily="18" charset="0"/>
                <a:cs typeface="Times New Roman" panose="02020603050405020304" pitchFamily="18" charset="0"/>
              </a:rPr>
              <a:t>Seaborn </a:t>
            </a:r>
          </a:p>
          <a:p>
            <a:endParaRPr lang="en-IN" dirty="0">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AF3780F5-F709-4A43-839D-2EE4DBA67FE4}"/>
              </a:ext>
            </a:extLst>
          </p:cNvPr>
          <p:cNvSpPr txBox="1">
            <a:spLocks/>
          </p:cNvSpPr>
          <p:nvPr/>
        </p:nvSpPr>
        <p:spPr>
          <a:xfrm>
            <a:off x="6096000" y="1354347"/>
            <a:ext cx="5663242" cy="50780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3000" b="1" dirty="0">
                <a:latin typeface="Times New Roman" panose="02020603050405020304" pitchFamily="18" charset="0"/>
                <a:cs typeface="Times New Roman" panose="02020603050405020304" pitchFamily="18" charset="0"/>
              </a:rPr>
              <a:t>Explainable AI Tools</a:t>
            </a:r>
          </a:p>
          <a:p>
            <a:r>
              <a:rPr lang="en-IN" sz="2400" dirty="0">
                <a:latin typeface="Times New Roman" panose="02020603050405020304" pitchFamily="18" charset="0"/>
                <a:cs typeface="Times New Roman" panose="02020603050405020304" pitchFamily="18" charset="0"/>
              </a:rPr>
              <a:t>SHAP </a:t>
            </a:r>
          </a:p>
          <a:p>
            <a:r>
              <a:rPr lang="en-IN" sz="2400" dirty="0">
                <a:latin typeface="Times New Roman" panose="02020603050405020304" pitchFamily="18" charset="0"/>
                <a:cs typeface="Times New Roman" panose="02020603050405020304" pitchFamily="18" charset="0"/>
              </a:rPr>
              <a:t>LIME </a:t>
            </a:r>
          </a:p>
          <a:p>
            <a:pPr marL="0" indent="0">
              <a:buNone/>
            </a:pPr>
            <a:r>
              <a:rPr lang="en-IN" sz="3000" b="1" dirty="0">
                <a:latin typeface="Times New Roman" panose="02020603050405020304" pitchFamily="18" charset="0"/>
                <a:cs typeface="Times New Roman" panose="02020603050405020304" pitchFamily="18" charset="0"/>
              </a:rPr>
              <a:t>Development Environment</a:t>
            </a:r>
          </a:p>
          <a:p>
            <a:r>
              <a:rPr lang="en-IN" sz="2400" dirty="0" err="1">
                <a:latin typeface="Times New Roman" panose="02020603050405020304" pitchFamily="18" charset="0"/>
                <a:cs typeface="Times New Roman" panose="02020603050405020304" pitchFamily="18" charset="0"/>
              </a:rPr>
              <a:t>Jupyter</a:t>
            </a:r>
            <a:r>
              <a:rPr lang="en-IN" sz="2400" dirty="0">
                <a:latin typeface="Times New Roman" panose="02020603050405020304" pitchFamily="18" charset="0"/>
                <a:cs typeface="Times New Roman" panose="02020603050405020304" pitchFamily="18" charset="0"/>
              </a:rPr>
              <a:t> Notebook </a:t>
            </a:r>
          </a:p>
          <a:p>
            <a:r>
              <a:rPr lang="en-IN" sz="2400" dirty="0">
                <a:latin typeface="Times New Roman" panose="02020603050405020304" pitchFamily="18" charset="0"/>
                <a:cs typeface="Times New Roman" panose="02020603050405020304" pitchFamily="18" charset="0"/>
              </a:rPr>
              <a:t>Google </a:t>
            </a:r>
            <a:r>
              <a:rPr lang="en-IN" sz="2400" dirty="0" err="1">
                <a:latin typeface="Times New Roman" panose="02020603050405020304" pitchFamily="18" charset="0"/>
                <a:cs typeface="Times New Roman" panose="02020603050405020304" pitchFamily="18" charset="0"/>
              </a:rPr>
              <a:t>Colab</a:t>
            </a:r>
            <a:r>
              <a:rPr lang="en-IN" sz="2400" dirty="0">
                <a:latin typeface="Times New Roman" panose="02020603050405020304" pitchFamily="18" charset="0"/>
                <a:cs typeface="Times New Roman" panose="02020603050405020304" pitchFamily="18" charset="0"/>
              </a:rPr>
              <a:t> </a:t>
            </a:r>
          </a:p>
          <a:p>
            <a:pPr marL="0" indent="0">
              <a:buNone/>
            </a:pPr>
            <a:r>
              <a:rPr lang="en-IN" sz="3000" b="1" dirty="0">
                <a:latin typeface="Times New Roman" panose="02020603050405020304" pitchFamily="18" charset="0"/>
                <a:cs typeface="Times New Roman" panose="02020603050405020304" pitchFamily="18" charset="0"/>
              </a:rPr>
              <a:t>Datasets Used</a:t>
            </a:r>
          </a:p>
          <a:p>
            <a:r>
              <a:rPr lang="en-IN" sz="2400" dirty="0">
                <a:latin typeface="Times New Roman" panose="02020603050405020304" pitchFamily="18" charset="0"/>
                <a:cs typeface="Times New Roman" panose="02020603050405020304" pitchFamily="18" charset="0"/>
              </a:rPr>
              <a:t>PIMA Indians Diabetes Dataset </a:t>
            </a:r>
          </a:p>
          <a:p>
            <a:r>
              <a:rPr lang="en-IN" sz="2400" dirty="0">
                <a:latin typeface="Times New Roman" panose="02020603050405020304" pitchFamily="18" charset="0"/>
                <a:cs typeface="Times New Roman" panose="02020603050405020304" pitchFamily="18" charset="0"/>
              </a:rPr>
              <a:t>UCI Heart Disease Dataset </a:t>
            </a:r>
          </a:p>
          <a:p>
            <a:r>
              <a:rPr lang="en-IN" sz="2400" dirty="0">
                <a:latin typeface="Times New Roman" panose="02020603050405020304" pitchFamily="18" charset="0"/>
                <a:cs typeface="Times New Roman" panose="02020603050405020304" pitchFamily="18" charset="0"/>
              </a:rPr>
              <a:t>Breast Cancer Wisconsin Dataset</a:t>
            </a:r>
          </a:p>
          <a:p>
            <a:endParaRPr lang="en-IN" dirty="0">
              <a:latin typeface="Times New Roman" panose="02020603050405020304" pitchFamily="18" charset="0"/>
              <a:cs typeface="Times New Roman" panose="02020603050405020304" pitchFamily="18" charset="0"/>
            </a:endParaRPr>
          </a:p>
        </p:txBody>
      </p:sp>
      <p:pic>
        <p:nvPicPr>
          <p:cNvPr id="5" name="Picture 4" descr="MITS Deemed to be University (Declared under section 3 of UGC Act, 1956 by  Govt. of India-MoE)">
            <a:extLst>
              <a:ext uri="{FF2B5EF4-FFF2-40B4-BE49-F238E27FC236}">
                <a16:creationId xmlns:a16="http://schemas.microsoft.com/office/drawing/2014/main" id="{2646358E-2582-033C-0BAA-BFEDAF254F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185" y="107577"/>
            <a:ext cx="1403230" cy="1156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47518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A1ECE-F956-FEAD-1EF8-4BBBA4DABBCB}"/>
              </a:ext>
            </a:extLst>
          </p:cNvPr>
          <p:cNvSpPr>
            <a:spLocks noGrp="1"/>
          </p:cNvSpPr>
          <p:nvPr>
            <p:ph type="title"/>
          </p:nvPr>
        </p:nvSpPr>
        <p:spPr>
          <a:xfrm>
            <a:off x="838200" y="261608"/>
            <a:ext cx="10515600" cy="744807"/>
          </a:xfrm>
        </p:spPr>
        <p:txBody>
          <a:bodyPr/>
          <a:lstStyle/>
          <a:p>
            <a:pPr algn="ctr"/>
            <a:r>
              <a:rPr lang="en-US" b="1" dirty="0">
                <a:solidFill>
                  <a:schemeClr val="accent5">
                    <a:lumMod val="75000"/>
                  </a:schemeClr>
                </a:solidFill>
                <a:latin typeface="Times New Roman" panose="02020603050405020304" pitchFamily="18" charset="0"/>
                <a:cs typeface="Times New Roman" panose="02020603050405020304" pitchFamily="18" charset="0"/>
              </a:rPr>
              <a:t> </a:t>
            </a:r>
            <a:r>
              <a:rPr lang="en-IN" b="1" dirty="0">
                <a:solidFill>
                  <a:schemeClr val="accent5">
                    <a:lumMod val="75000"/>
                  </a:schemeClr>
                </a:solidFill>
                <a:latin typeface="Times New Roman" panose="02020603050405020304" pitchFamily="18" charset="0"/>
                <a:cs typeface="Times New Roman" panose="02020603050405020304" pitchFamily="18" charset="0"/>
              </a:rPr>
              <a:t>Modules Description</a:t>
            </a:r>
          </a:p>
        </p:txBody>
      </p:sp>
      <p:pic>
        <p:nvPicPr>
          <p:cNvPr id="7" name="Picture 6">
            <a:extLst>
              <a:ext uri="{FF2B5EF4-FFF2-40B4-BE49-F238E27FC236}">
                <a16:creationId xmlns:a16="http://schemas.microsoft.com/office/drawing/2014/main" id="{CE26BA64-832E-2816-1FED-527C50454C44}"/>
              </a:ext>
            </a:extLst>
          </p:cNvPr>
          <p:cNvPicPr>
            <a:picLocks noChangeAspect="1"/>
          </p:cNvPicPr>
          <p:nvPr/>
        </p:nvPicPr>
        <p:blipFill>
          <a:blip r:embed="rId2">
            <a:extLst>
              <a:ext uri="{28A0092B-C50C-407E-A947-70E740481C1C}">
                <a14:useLocalDpi xmlns:a14="http://schemas.microsoft.com/office/drawing/2010/main" val="0"/>
              </a:ext>
            </a:extLst>
          </a:blip>
          <a:srcRect b="6267"/>
          <a:stretch>
            <a:fillRect/>
          </a:stretch>
        </p:blipFill>
        <p:spPr>
          <a:xfrm>
            <a:off x="960407" y="1431624"/>
            <a:ext cx="10515599" cy="4606866"/>
          </a:xfrm>
          <a:prstGeom prst="rect">
            <a:avLst/>
          </a:prstGeom>
        </p:spPr>
      </p:pic>
      <p:pic>
        <p:nvPicPr>
          <p:cNvPr id="3" name="Picture 2" descr="MITS Deemed to be University (Declared under section 3 of UGC Act, 1956 by  Govt. of India-MoE)">
            <a:extLst>
              <a:ext uri="{FF2B5EF4-FFF2-40B4-BE49-F238E27FC236}">
                <a16:creationId xmlns:a16="http://schemas.microsoft.com/office/drawing/2014/main" id="{3537EC2B-672F-B299-0D71-E8FCCE635E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2185" y="107577"/>
            <a:ext cx="1403230" cy="1156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46087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1C1D3-33CF-66D2-C6FB-76672E8DE556}"/>
              </a:ext>
            </a:extLst>
          </p:cNvPr>
          <p:cNvSpPr>
            <a:spLocks noGrp="1"/>
          </p:cNvSpPr>
          <p:nvPr>
            <p:ph type="title"/>
          </p:nvPr>
        </p:nvSpPr>
        <p:spPr>
          <a:xfrm>
            <a:off x="838200" y="-135207"/>
            <a:ext cx="10515600" cy="1325563"/>
          </a:xfrm>
        </p:spPr>
        <p:txBody>
          <a:bodyPr/>
          <a:lstStyle/>
          <a:p>
            <a:pPr algn="ctr"/>
            <a:r>
              <a:rPr lang="en-US" b="1" dirty="0">
                <a:solidFill>
                  <a:srgbClr val="0070C0"/>
                </a:solidFill>
                <a:latin typeface="Times New Roman" panose="02020603050405020304" pitchFamily="18" charset="0"/>
                <a:cs typeface="Times New Roman" panose="02020603050405020304" pitchFamily="18" charset="0"/>
              </a:rPr>
              <a:t> </a:t>
            </a:r>
            <a:r>
              <a:rPr lang="en-IN" b="1" dirty="0">
                <a:solidFill>
                  <a:srgbClr val="0070C0"/>
                </a:solidFill>
                <a:latin typeface="Times New Roman" panose="02020603050405020304" pitchFamily="18" charset="0"/>
                <a:cs typeface="Times New Roman" panose="02020603050405020304" pitchFamily="18" charset="0"/>
              </a:rPr>
              <a:t>Testing</a:t>
            </a:r>
          </a:p>
        </p:txBody>
      </p:sp>
      <p:sp>
        <p:nvSpPr>
          <p:cNvPr id="3" name="Content Placeholder 2">
            <a:extLst>
              <a:ext uri="{FF2B5EF4-FFF2-40B4-BE49-F238E27FC236}">
                <a16:creationId xmlns:a16="http://schemas.microsoft.com/office/drawing/2014/main" id="{93167467-70A5-42B9-FF84-9754E64ED955}"/>
              </a:ext>
            </a:extLst>
          </p:cNvPr>
          <p:cNvSpPr>
            <a:spLocks noGrp="1"/>
          </p:cNvSpPr>
          <p:nvPr>
            <p:ph idx="1"/>
          </p:nvPr>
        </p:nvSpPr>
        <p:spPr>
          <a:xfrm>
            <a:off x="316302" y="1190356"/>
            <a:ext cx="3945147" cy="4986607"/>
          </a:xfrm>
        </p:spPr>
        <p:txBody>
          <a:bodyPr/>
          <a:lstStyle/>
          <a:p>
            <a:pPr marL="0" indent="0" algn="ctr">
              <a:buNone/>
            </a:pPr>
            <a:r>
              <a:rPr lang="en-US" b="1" u="sng" dirty="0">
                <a:latin typeface="Times New Roman" panose="02020603050405020304" pitchFamily="18" charset="0"/>
                <a:cs typeface="Times New Roman" panose="02020603050405020304" pitchFamily="18" charset="0"/>
              </a:rPr>
              <a:t>Black Box Testing</a:t>
            </a:r>
          </a:p>
          <a:p>
            <a:pPr marL="0" indent="0" algn="ctr">
              <a:buNone/>
            </a:pPr>
            <a:endParaRPr lang="en-US" b="1"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Tested system functionality without viewing internal code. </a:t>
            </a:r>
          </a:p>
          <a:p>
            <a:pPr marL="0" indent="0">
              <a:buNone/>
            </a:pPr>
            <a:r>
              <a:rPr lang="en-US" dirty="0">
                <a:solidFill>
                  <a:srgbClr val="C00000"/>
                </a:solidFill>
                <a:latin typeface="Times New Roman" panose="02020603050405020304" pitchFamily="18" charset="0"/>
                <a:cs typeface="Times New Roman" panose="02020603050405020304" pitchFamily="18" charset="0"/>
              </a:rPr>
              <a:t>Verified: </a:t>
            </a:r>
          </a:p>
          <a:p>
            <a:pPr lvl="1"/>
            <a:r>
              <a:rPr lang="en-US" dirty="0">
                <a:latin typeface="Times New Roman" panose="02020603050405020304" pitchFamily="18" charset="0"/>
                <a:cs typeface="Times New Roman" panose="02020603050405020304" pitchFamily="18" charset="0"/>
              </a:rPr>
              <a:t>Correct disease prediction </a:t>
            </a:r>
          </a:p>
          <a:p>
            <a:pPr lvl="1"/>
            <a:r>
              <a:rPr lang="en-US" dirty="0">
                <a:latin typeface="Times New Roman" panose="02020603050405020304" pitchFamily="18" charset="0"/>
                <a:cs typeface="Times New Roman" panose="02020603050405020304" pitchFamily="18" charset="0"/>
              </a:rPr>
              <a:t>Risk score generation </a:t>
            </a:r>
          </a:p>
          <a:p>
            <a:pPr lvl="1"/>
            <a:r>
              <a:rPr lang="en-US" dirty="0">
                <a:latin typeface="Times New Roman" panose="02020603050405020304" pitchFamily="18" charset="0"/>
                <a:cs typeface="Times New Roman" panose="02020603050405020304" pitchFamily="18" charset="0"/>
              </a:rPr>
              <a:t>Recommendation output </a:t>
            </a: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B9F77BCD-5873-1562-9916-776673C60AFC}"/>
              </a:ext>
            </a:extLst>
          </p:cNvPr>
          <p:cNvSpPr txBox="1">
            <a:spLocks/>
          </p:cNvSpPr>
          <p:nvPr/>
        </p:nvSpPr>
        <p:spPr>
          <a:xfrm>
            <a:off x="4175187" y="1190356"/>
            <a:ext cx="3945147" cy="498660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u="sng" dirty="0">
                <a:latin typeface="Times New Roman" panose="02020603050405020304" pitchFamily="18" charset="0"/>
                <a:cs typeface="Times New Roman" panose="02020603050405020304" pitchFamily="18" charset="0"/>
              </a:rPr>
              <a:t>White Box Testing</a:t>
            </a:r>
          </a:p>
          <a:p>
            <a:pPr marL="0" indent="0" algn="ctr">
              <a:buNone/>
            </a:pPr>
            <a:endParaRPr lang="en-US" b="1"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Tested internal program logic and workflows. </a:t>
            </a:r>
          </a:p>
          <a:p>
            <a:pPr marL="0" indent="0">
              <a:buNone/>
            </a:pPr>
            <a:r>
              <a:rPr lang="en-US" dirty="0">
                <a:solidFill>
                  <a:srgbClr val="C00000"/>
                </a:solidFill>
                <a:latin typeface="Times New Roman" panose="02020603050405020304" pitchFamily="18" charset="0"/>
                <a:cs typeface="Times New Roman" panose="02020603050405020304" pitchFamily="18" charset="0"/>
              </a:rPr>
              <a:t>Verified: </a:t>
            </a:r>
          </a:p>
          <a:p>
            <a:pPr lvl="1"/>
            <a:r>
              <a:rPr lang="en-US" dirty="0">
                <a:latin typeface="Times New Roman" panose="02020603050405020304" pitchFamily="18" charset="0"/>
                <a:cs typeface="Times New Roman" panose="02020603050405020304" pitchFamily="18" charset="0"/>
              </a:rPr>
              <a:t>Data preprocessing flow </a:t>
            </a:r>
          </a:p>
          <a:p>
            <a:pPr lvl="1"/>
            <a:r>
              <a:rPr lang="en-US" dirty="0">
                <a:latin typeface="Times New Roman" panose="02020603050405020304" pitchFamily="18" charset="0"/>
                <a:cs typeface="Times New Roman" panose="02020603050405020304" pitchFamily="18" charset="0"/>
              </a:rPr>
              <a:t>Feature selection process </a:t>
            </a:r>
          </a:p>
          <a:p>
            <a:pPr lvl="1"/>
            <a:r>
              <a:rPr lang="en-US" dirty="0">
                <a:latin typeface="Times New Roman" panose="02020603050405020304" pitchFamily="18" charset="0"/>
                <a:cs typeface="Times New Roman" panose="02020603050405020304" pitchFamily="18" charset="0"/>
              </a:rPr>
              <a:t>Model integration </a:t>
            </a:r>
          </a:p>
          <a:p>
            <a:pPr marL="0" indent="0">
              <a:buNone/>
            </a:pP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5A7DBCCD-74DE-4C9C-002C-016B47E5B527}"/>
              </a:ext>
            </a:extLst>
          </p:cNvPr>
          <p:cNvSpPr txBox="1">
            <a:spLocks/>
          </p:cNvSpPr>
          <p:nvPr/>
        </p:nvSpPr>
        <p:spPr>
          <a:xfrm>
            <a:off x="8166340" y="1270958"/>
            <a:ext cx="3830134" cy="478832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u="sng" dirty="0">
                <a:latin typeface="Times New Roman" panose="02020603050405020304" pitchFamily="18" charset="0"/>
                <a:cs typeface="Times New Roman" panose="02020603050405020304" pitchFamily="18" charset="0"/>
              </a:rPr>
              <a:t>Unit Testing</a:t>
            </a:r>
          </a:p>
          <a:p>
            <a:pPr marL="0" indent="0" algn="ctr">
              <a:buNone/>
            </a:pPr>
            <a:endParaRPr lang="en-US" b="1"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Tested each module independently. </a:t>
            </a:r>
          </a:p>
          <a:p>
            <a:pPr marL="0" indent="0">
              <a:buNone/>
            </a:pPr>
            <a:r>
              <a:rPr lang="en-US" dirty="0">
                <a:solidFill>
                  <a:srgbClr val="C00000"/>
                </a:solidFill>
                <a:latin typeface="Times New Roman" panose="02020603050405020304" pitchFamily="18" charset="0"/>
                <a:cs typeface="Times New Roman" panose="02020603050405020304" pitchFamily="18" charset="0"/>
              </a:rPr>
              <a:t>Modules tested: </a:t>
            </a:r>
          </a:p>
          <a:p>
            <a:pPr lvl="1"/>
            <a:r>
              <a:rPr lang="en-US" dirty="0">
                <a:latin typeface="Times New Roman" panose="02020603050405020304" pitchFamily="18" charset="0"/>
                <a:cs typeface="Times New Roman" panose="02020603050405020304" pitchFamily="18" charset="0"/>
              </a:rPr>
              <a:t>Dataset loading </a:t>
            </a:r>
          </a:p>
          <a:p>
            <a:pPr lvl="1"/>
            <a:r>
              <a:rPr lang="en-US" dirty="0">
                <a:latin typeface="Times New Roman" panose="02020603050405020304" pitchFamily="18" charset="0"/>
                <a:cs typeface="Times New Roman" panose="02020603050405020304" pitchFamily="18" charset="0"/>
              </a:rPr>
              <a:t>Scaling functions </a:t>
            </a:r>
          </a:p>
          <a:p>
            <a:pPr lvl="1"/>
            <a:r>
              <a:rPr lang="en-US" dirty="0">
                <a:latin typeface="Times New Roman" panose="02020603050405020304" pitchFamily="18" charset="0"/>
                <a:cs typeface="Times New Roman" panose="02020603050405020304" pitchFamily="18" charset="0"/>
              </a:rPr>
              <a:t>Model prediction functions </a:t>
            </a:r>
          </a:p>
          <a:p>
            <a:pPr lvl="1"/>
            <a:r>
              <a:rPr lang="en-US" dirty="0">
                <a:latin typeface="Times New Roman" panose="02020603050405020304" pitchFamily="18" charset="0"/>
                <a:cs typeface="Times New Roman" panose="02020603050405020304" pitchFamily="18" charset="0"/>
              </a:rPr>
              <a:t>SHAP &amp; LIME explanation modules </a:t>
            </a:r>
          </a:p>
          <a:p>
            <a:pPr marL="0" indent="0">
              <a:buNone/>
            </a:pP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pic>
        <p:nvPicPr>
          <p:cNvPr id="6" name="Picture 5" descr="MITS Deemed to be University (Declared under section 3 of UGC Act, 1956 by  Govt. of India-MoE)">
            <a:extLst>
              <a:ext uri="{FF2B5EF4-FFF2-40B4-BE49-F238E27FC236}">
                <a16:creationId xmlns:a16="http://schemas.microsoft.com/office/drawing/2014/main" id="{E8E47117-6C3D-8408-617F-147A54668E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185" y="107577"/>
            <a:ext cx="1403230" cy="1156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8980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1675D-35AB-E031-4642-F93BAA97FDA5}"/>
              </a:ext>
            </a:extLst>
          </p:cNvPr>
          <p:cNvSpPr>
            <a:spLocks noGrp="1"/>
          </p:cNvSpPr>
          <p:nvPr>
            <p:ph type="title"/>
          </p:nvPr>
        </p:nvSpPr>
        <p:spPr/>
        <p:txBody>
          <a:bodyPr/>
          <a:lstStyle/>
          <a:p>
            <a:pPr algn="ctr"/>
            <a:r>
              <a:rPr lang="en-US" b="1" dirty="0">
                <a:solidFill>
                  <a:srgbClr val="0070C0"/>
                </a:solidFill>
                <a:latin typeface="Times New Roman" panose="02020603050405020304" pitchFamily="18" charset="0"/>
                <a:cs typeface="Times New Roman" panose="02020603050405020304" pitchFamily="18" charset="0"/>
              </a:rPr>
              <a:t> </a:t>
            </a:r>
            <a:r>
              <a:rPr lang="en-IN" b="1" dirty="0">
                <a:solidFill>
                  <a:srgbClr val="0070C0"/>
                </a:solidFill>
                <a:latin typeface="Times New Roman" panose="02020603050405020304" pitchFamily="18" charset="0"/>
                <a:cs typeface="Times New Roman" panose="02020603050405020304" pitchFamily="18" charset="0"/>
              </a:rPr>
              <a:t>Experimental Results</a:t>
            </a:r>
          </a:p>
        </p:txBody>
      </p:sp>
      <p:sp>
        <p:nvSpPr>
          <p:cNvPr id="3" name="Content Placeholder 2">
            <a:extLst>
              <a:ext uri="{FF2B5EF4-FFF2-40B4-BE49-F238E27FC236}">
                <a16:creationId xmlns:a16="http://schemas.microsoft.com/office/drawing/2014/main" id="{9BBBF5D3-662F-082F-039B-D4D340830F8A}"/>
              </a:ext>
            </a:extLst>
          </p:cNvPr>
          <p:cNvSpPr>
            <a:spLocks noGrp="1"/>
          </p:cNvSpPr>
          <p:nvPr>
            <p:ph idx="1"/>
          </p:nvPr>
        </p:nvSpPr>
        <p:spPr/>
        <p:txBody>
          <a:bodyPr/>
          <a:lstStyle/>
          <a:p>
            <a:pPr marL="0" indent="0" algn="ctr">
              <a:buNone/>
            </a:pPr>
            <a:r>
              <a:rPr lang="en-US" sz="3600" b="1" dirty="0">
                <a:latin typeface="Times New Roman" panose="02020603050405020304" pitchFamily="18" charset="0"/>
                <a:cs typeface="Times New Roman" panose="02020603050405020304" pitchFamily="18" charset="0"/>
              </a:rPr>
              <a:t>ROC-AUC Scores of Individual Models</a:t>
            </a:r>
          </a:p>
          <a:p>
            <a:pPr marL="0" indent="0">
              <a:buNone/>
            </a:pPr>
            <a:endParaRPr lang="en-IN" dirty="0"/>
          </a:p>
        </p:txBody>
      </p:sp>
      <p:graphicFrame>
        <p:nvGraphicFramePr>
          <p:cNvPr id="5" name="Table 4">
            <a:extLst>
              <a:ext uri="{FF2B5EF4-FFF2-40B4-BE49-F238E27FC236}">
                <a16:creationId xmlns:a16="http://schemas.microsoft.com/office/drawing/2014/main" id="{B441F5A0-BD75-4F2D-F99C-D8A8B8973C67}"/>
              </a:ext>
            </a:extLst>
          </p:cNvPr>
          <p:cNvGraphicFramePr>
            <a:graphicFrameLocks noGrp="1"/>
          </p:cNvGraphicFramePr>
          <p:nvPr>
            <p:extLst>
              <p:ext uri="{D42A27DB-BD31-4B8C-83A1-F6EECF244321}">
                <p14:modId xmlns:p14="http://schemas.microsoft.com/office/powerpoint/2010/main" val="1273531791"/>
              </p:ext>
            </p:extLst>
          </p:nvPr>
        </p:nvGraphicFramePr>
        <p:xfrm>
          <a:off x="523336" y="3224054"/>
          <a:ext cx="11353800" cy="1554480"/>
        </p:xfrm>
        <a:graphic>
          <a:graphicData uri="http://schemas.openxmlformats.org/drawingml/2006/table">
            <a:tbl>
              <a:tblPr>
                <a:tableStyleId>{5DA37D80-6434-44D0-A028-1B22A696006F}</a:tableStyleId>
              </a:tblPr>
              <a:tblGrid>
                <a:gridCol w="2838450">
                  <a:extLst>
                    <a:ext uri="{9D8B030D-6E8A-4147-A177-3AD203B41FA5}">
                      <a16:colId xmlns:a16="http://schemas.microsoft.com/office/drawing/2014/main" val="3353500366"/>
                    </a:ext>
                  </a:extLst>
                </a:gridCol>
                <a:gridCol w="2838450">
                  <a:extLst>
                    <a:ext uri="{9D8B030D-6E8A-4147-A177-3AD203B41FA5}">
                      <a16:colId xmlns:a16="http://schemas.microsoft.com/office/drawing/2014/main" val="2302486547"/>
                    </a:ext>
                  </a:extLst>
                </a:gridCol>
                <a:gridCol w="2838450">
                  <a:extLst>
                    <a:ext uri="{9D8B030D-6E8A-4147-A177-3AD203B41FA5}">
                      <a16:colId xmlns:a16="http://schemas.microsoft.com/office/drawing/2014/main" val="2963417791"/>
                    </a:ext>
                  </a:extLst>
                </a:gridCol>
                <a:gridCol w="2838450">
                  <a:extLst>
                    <a:ext uri="{9D8B030D-6E8A-4147-A177-3AD203B41FA5}">
                      <a16:colId xmlns:a16="http://schemas.microsoft.com/office/drawing/2014/main" val="1768173727"/>
                    </a:ext>
                  </a:extLst>
                </a:gridCol>
              </a:tblGrid>
              <a:tr h="0">
                <a:tc>
                  <a:txBody>
                    <a:bodyPr/>
                    <a:lstStyle/>
                    <a:p>
                      <a:pPr algn="ctr">
                        <a:buNone/>
                      </a:pPr>
                      <a:r>
                        <a:rPr lang="en-IN" sz="2400" b="1" dirty="0">
                          <a:latin typeface="Times New Roman" panose="02020603050405020304" pitchFamily="18" charset="0"/>
                          <a:cs typeface="Times New Roman" panose="02020603050405020304" pitchFamily="18" charset="0"/>
                        </a:rPr>
                        <a:t>Disease</a:t>
                      </a:r>
                    </a:p>
                  </a:txBody>
                  <a:tcPr anchor="ctr"/>
                </a:tc>
                <a:tc>
                  <a:txBody>
                    <a:bodyPr/>
                    <a:lstStyle/>
                    <a:p>
                      <a:pPr algn="ctr">
                        <a:buNone/>
                      </a:pPr>
                      <a:r>
                        <a:rPr lang="en-IN" sz="2400" b="1" dirty="0">
                          <a:latin typeface="Times New Roman" panose="02020603050405020304" pitchFamily="18" charset="0"/>
                          <a:cs typeface="Times New Roman" panose="02020603050405020304" pitchFamily="18" charset="0"/>
                        </a:rPr>
                        <a:t>Logistic Regression</a:t>
                      </a:r>
                    </a:p>
                  </a:txBody>
                  <a:tcPr anchor="ctr"/>
                </a:tc>
                <a:tc>
                  <a:txBody>
                    <a:bodyPr/>
                    <a:lstStyle/>
                    <a:p>
                      <a:pPr algn="ctr">
                        <a:buNone/>
                      </a:pPr>
                      <a:r>
                        <a:rPr lang="en-IN" sz="2400" b="1" dirty="0">
                          <a:latin typeface="Times New Roman" panose="02020603050405020304" pitchFamily="18" charset="0"/>
                          <a:cs typeface="Times New Roman" panose="02020603050405020304" pitchFamily="18" charset="0"/>
                        </a:rPr>
                        <a:t>Random Forest</a:t>
                      </a:r>
                    </a:p>
                  </a:txBody>
                  <a:tcPr anchor="ctr"/>
                </a:tc>
                <a:tc>
                  <a:txBody>
                    <a:bodyPr/>
                    <a:lstStyle/>
                    <a:p>
                      <a:pPr algn="ctr">
                        <a:buNone/>
                      </a:pPr>
                      <a:r>
                        <a:rPr lang="en-IN" sz="2400" b="1" dirty="0" err="1">
                          <a:latin typeface="Times New Roman" panose="02020603050405020304" pitchFamily="18" charset="0"/>
                          <a:cs typeface="Times New Roman" panose="02020603050405020304" pitchFamily="18" charset="0"/>
                        </a:rPr>
                        <a:t>XGBoost</a:t>
                      </a:r>
                      <a:endParaRPr lang="en-IN" sz="24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161365914"/>
                  </a:ext>
                </a:extLst>
              </a:tr>
              <a:tr h="0">
                <a:tc>
                  <a:txBody>
                    <a:bodyPr/>
                    <a:lstStyle/>
                    <a:p>
                      <a:pPr algn="ctr">
                        <a:buNone/>
                      </a:pPr>
                      <a:r>
                        <a:rPr lang="en-IN" dirty="0">
                          <a:latin typeface="Times New Roman" panose="02020603050405020304" pitchFamily="18" charset="0"/>
                          <a:cs typeface="Times New Roman" panose="02020603050405020304" pitchFamily="18" charset="0"/>
                        </a:rPr>
                        <a:t>Diabetes</a:t>
                      </a:r>
                    </a:p>
                  </a:txBody>
                  <a:tcPr anchor="ctr"/>
                </a:tc>
                <a:tc>
                  <a:txBody>
                    <a:bodyPr/>
                    <a:lstStyle/>
                    <a:p>
                      <a:pPr algn="ctr">
                        <a:buNone/>
                      </a:pPr>
                      <a:r>
                        <a:rPr lang="en-IN" dirty="0">
                          <a:latin typeface="Times New Roman" panose="02020603050405020304" pitchFamily="18" charset="0"/>
                          <a:cs typeface="Times New Roman" panose="02020603050405020304" pitchFamily="18" charset="0"/>
                        </a:rPr>
                        <a:t>0.8226</a:t>
                      </a:r>
                    </a:p>
                  </a:txBody>
                  <a:tcPr anchor="ctr"/>
                </a:tc>
                <a:tc>
                  <a:txBody>
                    <a:bodyPr/>
                    <a:lstStyle/>
                    <a:p>
                      <a:pPr algn="ctr">
                        <a:buNone/>
                      </a:pPr>
                      <a:r>
                        <a:rPr lang="en-IN">
                          <a:latin typeface="Times New Roman" panose="02020603050405020304" pitchFamily="18" charset="0"/>
                          <a:cs typeface="Times New Roman" panose="02020603050405020304" pitchFamily="18" charset="0"/>
                        </a:rPr>
                        <a:t>0.8370</a:t>
                      </a:r>
                    </a:p>
                  </a:txBody>
                  <a:tcPr anchor="ctr"/>
                </a:tc>
                <a:tc>
                  <a:txBody>
                    <a:bodyPr/>
                    <a:lstStyle/>
                    <a:p>
                      <a:pPr algn="ctr">
                        <a:buNone/>
                      </a:pPr>
                      <a:r>
                        <a:rPr lang="en-IN" dirty="0">
                          <a:latin typeface="Times New Roman" panose="02020603050405020304" pitchFamily="18" charset="0"/>
                          <a:cs typeface="Times New Roman" panose="02020603050405020304" pitchFamily="18" charset="0"/>
                        </a:rPr>
                        <a:t>0.8257</a:t>
                      </a:r>
                    </a:p>
                  </a:txBody>
                  <a:tcPr anchor="ctr"/>
                </a:tc>
                <a:extLst>
                  <a:ext uri="{0D108BD9-81ED-4DB2-BD59-A6C34878D82A}">
                    <a16:rowId xmlns:a16="http://schemas.microsoft.com/office/drawing/2014/main" val="3781768830"/>
                  </a:ext>
                </a:extLst>
              </a:tr>
              <a:tr h="0">
                <a:tc>
                  <a:txBody>
                    <a:bodyPr/>
                    <a:lstStyle/>
                    <a:p>
                      <a:pPr algn="ctr">
                        <a:buNone/>
                      </a:pPr>
                      <a:r>
                        <a:rPr lang="en-IN">
                          <a:latin typeface="Times New Roman" panose="02020603050405020304" pitchFamily="18" charset="0"/>
                          <a:cs typeface="Times New Roman" panose="02020603050405020304" pitchFamily="18" charset="0"/>
                        </a:rPr>
                        <a:t>Heart Disease</a:t>
                      </a:r>
                    </a:p>
                  </a:txBody>
                  <a:tcPr anchor="ctr"/>
                </a:tc>
                <a:tc>
                  <a:txBody>
                    <a:bodyPr/>
                    <a:lstStyle/>
                    <a:p>
                      <a:pPr algn="ctr">
                        <a:buNone/>
                      </a:pPr>
                      <a:r>
                        <a:rPr lang="en-IN">
                          <a:latin typeface="Times New Roman" panose="02020603050405020304" pitchFamily="18" charset="0"/>
                          <a:cs typeface="Times New Roman" panose="02020603050405020304" pitchFamily="18" charset="0"/>
                        </a:rPr>
                        <a:t>0.9213</a:t>
                      </a:r>
                    </a:p>
                  </a:txBody>
                  <a:tcPr anchor="ctr"/>
                </a:tc>
                <a:tc>
                  <a:txBody>
                    <a:bodyPr/>
                    <a:lstStyle/>
                    <a:p>
                      <a:pPr algn="ctr">
                        <a:buNone/>
                      </a:pPr>
                      <a:r>
                        <a:rPr lang="en-IN" dirty="0">
                          <a:latin typeface="Times New Roman" panose="02020603050405020304" pitchFamily="18" charset="0"/>
                          <a:cs typeface="Times New Roman" panose="02020603050405020304" pitchFamily="18" charset="0"/>
                        </a:rPr>
                        <a:t>0.9316</a:t>
                      </a:r>
                    </a:p>
                  </a:txBody>
                  <a:tcPr anchor="ctr"/>
                </a:tc>
                <a:tc>
                  <a:txBody>
                    <a:bodyPr/>
                    <a:lstStyle/>
                    <a:p>
                      <a:pPr algn="ctr">
                        <a:buNone/>
                      </a:pPr>
                      <a:r>
                        <a:rPr lang="en-IN" dirty="0">
                          <a:latin typeface="Times New Roman" panose="02020603050405020304" pitchFamily="18" charset="0"/>
                          <a:cs typeface="Times New Roman" panose="02020603050405020304" pitchFamily="18" charset="0"/>
                        </a:rPr>
                        <a:t>0.9203</a:t>
                      </a:r>
                    </a:p>
                  </a:txBody>
                  <a:tcPr anchor="ctr"/>
                </a:tc>
                <a:extLst>
                  <a:ext uri="{0D108BD9-81ED-4DB2-BD59-A6C34878D82A}">
                    <a16:rowId xmlns:a16="http://schemas.microsoft.com/office/drawing/2014/main" val="3565265921"/>
                  </a:ext>
                </a:extLst>
              </a:tr>
              <a:tr h="0">
                <a:tc>
                  <a:txBody>
                    <a:bodyPr/>
                    <a:lstStyle/>
                    <a:p>
                      <a:pPr algn="ctr">
                        <a:buNone/>
                      </a:pPr>
                      <a:r>
                        <a:rPr lang="en-IN">
                          <a:latin typeface="Times New Roman" panose="02020603050405020304" pitchFamily="18" charset="0"/>
                          <a:cs typeface="Times New Roman" panose="02020603050405020304" pitchFamily="18" charset="0"/>
                        </a:rPr>
                        <a:t>Cancer</a:t>
                      </a:r>
                    </a:p>
                  </a:txBody>
                  <a:tcPr anchor="ctr"/>
                </a:tc>
                <a:tc>
                  <a:txBody>
                    <a:bodyPr/>
                    <a:lstStyle/>
                    <a:p>
                      <a:pPr algn="ctr">
                        <a:buNone/>
                      </a:pPr>
                      <a:r>
                        <a:rPr lang="en-IN">
                          <a:latin typeface="Times New Roman" panose="02020603050405020304" pitchFamily="18" charset="0"/>
                          <a:cs typeface="Times New Roman" panose="02020603050405020304" pitchFamily="18" charset="0"/>
                        </a:rPr>
                        <a:t>0.9928</a:t>
                      </a:r>
                    </a:p>
                  </a:txBody>
                  <a:tcPr anchor="ctr"/>
                </a:tc>
                <a:tc>
                  <a:txBody>
                    <a:bodyPr/>
                    <a:lstStyle/>
                    <a:p>
                      <a:pPr algn="ctr">
                        <a:buNone/>
                      </a:pPr>
                      <a:r>
                        <a:rPr lang="en-IN" dirty="0">
                          <a:latin typeface="Times New Roman" panose="02020603050405020304" pitchFamily="18" charset="0"/>
                          <a:cs typeface="Times New Roman" panose="02020603050405020304" pitchFamily="18" charset="0"/>
                        </a:rPr>
                        <a:t>0.9972</a:t>
                      </a:r>
                    </a:p>
                  </a:txBody>
                  <a:tcPr anchor="ctr"/>
                </a:tc>
                <a:tc>
                  <a:txBody>
                    <a:bodyPr/>
                    <a:lstStyle/>
                    <a:p>
                      <a:pPr algn="ctr">
                        <a:buNone/>
                      </a:pPr>
                      <a:r>
                        <a:rPr lang="en-IN" dirty="0">
                          <a:latin typeface="Times New Roman" panose="02020603050405020304" pitchFamily="18" charset="0"/>
                          <a:cs typeface="Times New Roman" panose="02020603050405020304" pitchFamily="18" charset="0"/>
                        </a:rPr>
                        <a:t>0.9951</a:t>
                      </a:r>
                    </a:p>
                  </a:txBody>
                  <a:tcPr anchor="ctr"/>
                </a:tc>
                <a:extLst>
                  <a:ext uri="{0D108BD9-81ED-4DB2-BD59-A6C34878D82A}">
                    <a16:rowId xmlns:a16="http://schemas.microsoft.com/office/drawing/2014/main" val="481443453"/>
                  </a:ext>
                </a:extLst>
              </a:tr>
            </a:tbl>
          </a:graphicData>
        </a:graphic>
      </p:graphicFrame>
      <p:pic>
        <p:nvPicPr>
          <p:cNvPr id="6" name="Picture 5" descr="MITS Deemed to be University (Declared under section 3 of UGC Act, 1956 by  Govt. of India-MoE)">
            <a:extLst>
              <a:ext uri="{FF2B5EF4-FFF2-40B4-BE49-F238E27FC236}">
                <a16:creationId xmlns:a16="http://schemas.microsoft.com/office/drawing/2014/main" id="{686A6313-ACA7-FE36-F1A5-4C6741D869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185" y="107577"/>
            <a:ext cx="1403230" cy="1156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29204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48419-9E7E-F51C-E09B-AF9E22B020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092FAA-EBA6-5323-714E-B79D48923370}"/>
              </a:ext>
            </a:extLst>
          </p:cNvPr>
          <p:cNvSpPr>
            <a:spLocks noGrp="1"/>
          </p:cNvSpPr>
          <p:nvPr>
            <p:ph type="title"/>
          </p:nvPr>
        </p:nvSpPr>
        <p:spPr/>
        <p:txBody>
          <a:bodyPr/>
          <a:lstStyle/>
          <a:p>
            <a:pPr algn="ctr"/>
            <a:r>
              <a:rPr lang="en-US" b="1" dirty="0">
                <a:solidFill>
                  <a:srgbClr val="0070C0"/>
                </a:solidFill>
                <a:latin typeface="Times New Roman" panose="02020603050405020304" pitchFamily="18" charset="0"/>
                <a:cs typeface="Times New Roman" panose="02020603050405020304" pitchFamily="18" charset="0"/>
              </a:rPr>
              <a:t> </a:t>
            </a:r>
            <a:r>
              <a:rPr lang="en-IN" b="1" dirty="0">
                <a:solidFill>
                  <a:srgbClr val="0070C0"/>
                </a:solidFill>
                <a:latin typeface="Times New Roman" panose="02020603050405020304" pitchFamily="18" charset="0"/>
                <a:cs typeface="Times New Roman" panose="02020603050405020304" pitchFamily="18" charset="0"/>
              </a:rPr>
              <a:t>Experimental Results</a:t>
            </a:r>
          </a:p>
        </p:txBody>
      </p:sp>
      <p:sp>
        <p:nvSpPr>
          <p:cNvPr id="3" name="Content Placeholder 2">
            <a:extLst>
              <a:ext uri="{FF2B5EF4-FFF2-40B4-BE49-F238E27FC236}">
                <a16:creationId xmlns:a16="http://schemas.microsoft.com/office/drawing/2014/main" id="{5148D185-0A52-A9D9-CC11-0DE81C41374D}"/>
              </a:ext>
            </a:extLst>
          </p:cNvPr>
          <p:cNvSpPr>
            <a:spLocks noGrp="1"/>
          </p:cNvSpPr>
          <p:nvPr>
            <p:ph idx="1"/>
          </p:nvPr>
        </p:nvSpPr>
        <p:spPr>
          <a:xfrm>
            <a:off x="511833" y="1742536"/>
            <a:ext cx="11444377" cy="4203940"/>
          </a:xfrm>
        </p:spPr>
        <p:txBody>
          <a:bodyPr>
            <a:normAutofit/>
          </a:bodyPr>
          <a:lstStyle/>
          <a:p>
            <a:pPr marL="0" indent="0" algn="ctr">
              <a:buNone/>
            </a:pPr>
            <a:r>
              <a:rPr lang="en-US" b="1" dirty="0">
                <a:latin typeface="Times New Roman" panose="02020603050405020304" pitchFamily="18" charset="0"/>
                <a:cs typeface="Times New Roman" panose="02020603050405020304" pitchFamily="18" charset="0"/>
              </a:rPr>
              <a:t>Comparison Of Best Individual Model Vs. Ensemble Model Performance Across Diseases</a:t>
            </a:r>
          </a:p>
        </p:txBody>
      </p:sp>
      <p:graphicFrame>
        <p:nvGraphicFramePr>
          <p:cNvPr id="6" name="Table 5">
            <a:extLst>
              <a:ext uri="{FF2B5EF4-FFF2-40B4-BE49-F238E27FC236}">
                <a16:creationId xmlns:a16="http://schemas.microsoft.com/office/drawing/2014/main" id="{23FF2351-3BED-0B78-CC4D-4FB79EC2F3C4}"/>
              </a:ext>
            </a:extLst>
          </p:cNvPr>
          <p:cNvGraphicFramePr>
            <a:graphicFrameLocks noGrp="1"/>
          </p:cNvGraphicFramePr>
          <p:nvPr>
            <p:extLst>
              <p:ext uri="{D42A27DB-BD31-4B8C-83A1-F6EECF244321}">
                <p14:modId xmlns:p14="http://schemas.microsoft.com/office/powerpoint/2010/main" val="3616906027"/>
              </p:ext>
            </p:extLst>
          </p:nvPr>
        </p:nvGraphicFramePr>
        <p:xfrm>
          <a:off x="123646" y="3212265"/>
          <a:ext cx="11944708" cy="1828800"/>
        </p:xfrm>
        <a:graphic>
          <a:graphicData uri="http://schemas.openxmlformats.org/drawingml/2006/table">
            <a:tbl>
              <a:tblPr>
                <a:tableStyleId>{10A1B5D5-9B99-4C35-A422-299274C87663}</a:tableStyleId>
              </a:tblPr>
              <a:tblGrid>
                <a:gridCol w="2986177">
                  <a:extLst>
                    <a:ext uri="{9D8B030D-6E8A-4147-A177-3AD203B41FA5}">
                      <a16:colId xmlns:a16="http://schemas.microsoft.com/office/drawing/2014/main" val="3088890583"/>
                    </a:ext>
                  </a:extLst>
                </a:gridCol>
                <a:gridCol w="2986177">
                  <a:extLst>
                    <a:ext uri="{9D8B030D-6E8A-4147-A177-3AD203B41FA5}">
                      <a16:colId xmlns:a16="http://schemas.microsoft.com/office/drawing/2014/main" val="3777640810"/>
                    </a:ext>
                  </a:extLst>
                </a:gridCol>
                <a:gridCol w="2986177">
                  <a:extLst>
                    <a:ext uri="{9D8B030D-6E8A-4147-A177-3AD203B41FA5}">
                      <a16:colId xmlns:a16="http://schemas.microsoft.com/office/drawing/2014/main" val="493188912"/>
                    </a:ext>
                  </a:extLst>
                </a:gridCol>
                <a:gridCol w="2986177">
                  <a:extLst>
                    <a:ext uri="{9D8B030D-6E8A-4147-A177-3AD203B41FA5}">
                      <a16:colId xmlns:a16="http://schemas.microsoft.com/office/drawing/2014/main" val="2900960541"/>
                    </a:ext>
                  </a:extLst>
                </a:gridCol>
              </a:tblGrid>
              <a:tr h="0">
                <a:tc>
                  <a:txBody>
                    <a:bodyPr/>
                    <a:lstStyle/>
                    <a:p>
                      <a:pPr algn="ctr">
                        <a:buNone/>
                      </a:pPr>
                      <a:r>
                        <a:rPr lang="en-IN" sz="2400" b="1" dirty="0">
                          <a:latin typeface="Times New Roman" panose="02020603050405020304" pitchFamily="18" charset="0"/>
                          <a:cs typeface="Times New Roman" panose="02020603050405020304" pitchFamily="18" charset="0"/>
                        </a:rPr>
                        <a:t>Disease</a:t>
                      </a:r>
                    </a:p>
                  </a:txBody>
                  <a:tcPr anchor="ctr"/>
                </a:tc>
                <a:tc>
                  <a:txBody>
                    <a:bodyPr/>
                    <a:lstStyle/>
                    <a:p>
                      <a:pPr algn="ctr">
                        <a:buNone/>
                      </a:pPr>
                      <a:r>
                        <a:rPr lang="en-IN" sz="2400" b="1" dirty="0">
                          <a:latin typeface="Times New Roman" panose="02020603050405020304" pitchFamily="18" charset="0"/>
                          <a:cs typeface="Times New Roman" panose="02020603050405020304" pitchFamily="18" charset="0"/>
                        </a:rPr>
                        <a:t>Best Individual AUC</a:t>
                      </a:r>
                    </a:p>
                  </a:txBody>
                  <a:tcPr anchor="ctr"/>
                </a:tc>
                <a:tc>
                  <a:txBody>
                    <a:bodyPr/>
                    <a:lstStyle/>
                    <a:p>
                      <a:pPr algn="ctr">
                        <a:buNone/>
                      </a:pPr>
                      <a:r>
                        <a:rPr lang="en-IN" sz="2400" b="1" dirty="0">
                          <a:latin typeface="Times New Roman" panose="02020603050405020304" pitchFamily="18" charset="0"/>
                          <a:cs typeface="Times New Roman" panose="02020603050405020304" pitchFamily="18" charset="0"/>
                        </a:rPr>
                        <a:t>Ensemble AUC</a:t>
                      </a:r>
                    </a:p>
                  </a:txBody>
                  <a:tcPr anchor="ctr"/>
                </a:tc>
                <a:tc>
                  <a:txBody>
                    <a:bodyPr/>
                    <a:lstStyle/>
                    <a:p>
                      <a:pPr algn="ctr">
                        <a:buNone/>
                      </a:pPr>
                      <a:r>
                        <a:rPr lang="en-IN" sz="2400" b="1" dirty="0">
                          <a:latin typeface="Times New Roman" panose="02020603050405020304" pitchFamily="18" charset="0"/>
                          <a:cs typeface="Times New Roman" panose="02020603050405020304" pitchFamily="18" charset="0"/>
                        </a:rPr>
                        <a:t>Improvement (%)</a:t>
                      </a:r>
                    </a:p>
                  </a:txBody>
                  <a:tcPr anchor="ctr"/>
                </a:tc>
                <a:extLst>
                  <a:ext uri="{0D108BD9-81ED-4DB2-BD59-A6C34878D82A}">
                    <a16:rowId xmlns:a16="http://schemas.microsoft.com/office/drawing/2014/main" val="230488125"/>
                  </a:ext>
                </a:extLst>
              </a:tr>
              <a:tr h="0">
                <a:tc>
                  <a:txBody>
                    <a:bodyPr/>
                    <a:lstStyle/>
                    <a:p>
                      <a:pPr algn="ctr">
                        <a:buNone/>
                      </a:pPr>
                      <a:r>
                        <a:rPr lang="en-IN" sz="2400">
                          <a:latin typeface="Times New Roman" panose="02020603050405020304" pitchFamily="18" charset="0"/>
                          <a:cs typeface="Times New Roman" panose="02020603050405020304" pitchFamily="18" charset="0"/>
                        </a:rPr>
                        <a:t>Diabetes</a:t>
                      </a:r>
                    </a:p>
                  </a:txBody>
                  <a:tcPr anchor="ctr"/>
                </a:tc>
                <a:tc>
                  <a:txBody>
                    <a:bodyPr/>
                    <a:lstStyle/>
                    <a:p>
                      <a:pPr algn="ctr">
                        <a:buNone/>
                      </a:pPr>
                      <a:r>
                        <a:rPr lang="en-IN" sz="2400" dirty="0">
                          <a:latin typeface="Times New Roman" panose="02020603050405020304" pitchFamily="18" charset="0"/>
                          <a:cs typeface="Times New Roman" panose="02020603050405020304" pitchFamily="18" charset="0"/>
                        </a:rPr>
                        <a:t>0.8370</a:t>
                      </a:r>
                    </a:p>
                  </a:txBody>
                  <a:tcPr anchor="ctr"/>
                </a:tc>
                <a:tc>
                  <a:txBody>
                    <a:bodyPr/>
                    <a:lstStyle/>
                    <a:p>
                      <a:pPr algn="ctr">
                        <a:buNone/>
                      </a:pPr>
                      <a:r>
                        <a:rPr lang="en-IN" sz="2400" dirty="0">
                          <a:latin typeface="Times New Roman" panose="02020603050405020304" pitchFamily="18" charset="0"/>
                          <a:cs typeface="Times New Roman" panose="02020603050405020304" pitchFamily="18" charset="0"/>
                        </a:rPr>
                        <a:t>0.8207</a:t>
                      </a:r>
                    </a:p>
                  </a:txBody>
                  <a:tcPr anchor="ctr"/>
                </a:tc>
                <a:tc>
                  <a:txBody>
                    <a:bodyPr/>
                    <a:lstStyle/>
                    <a:p>
                      <a:pPr algn="ctr">
                        <a:buNone/>
                      </a:pPr>
                      <a:r>
                        <a:rPr lang="en-IN" sz="2400" dirty="0">
                          <a:latin typeface="Times New Roman" panose="02020603050405020304" pitchFamily="18" charset="0"/>
                          <a:cs typeface="Times New Roman" panose="02020603050405020304" pitchFamily="18" charset="0"/>
                        </a:rPr>
                        <a:t>-1.95%</a:t>
                      </a:r>
                    </a:p>
                  </a:txBody>
                  <a:tcPr anchor="ctr"/>
                </a:tc>
                <a:extLst>
                  <a:ext uri="{0D108BD9-81ED-4DB2-BD59-A6C34878D82A}">
                    <a16:rowId xmlns:a16="http://schemas.microsoft.com/office/drawing/2014/main" val="26842254"/>
                  </a:ext>
                </a:extLst>
              </a:tr>
              <a:tr h="0">
                <a:tc>
                  <a:txBody>
                    <a:bodyPr/>
                    <a:lstStyle/>
                    <a:p>
                      <a:pPr algn="ctr">
                        <a:buNone/>
                      </a:pPr>
                      <a:r>
                        <a:rPr lang="en-IN" sz="2400">
                          <a:latin typeface="Times New Roman" panose="02020603050405020304" pitchFamily="18" charset="0"/>
                          <a:cs typeface="Times New Roman" panose="02020603050405020304" pitchFamily="18" charset="0"/>
                        </a:rPr>
                        <a:t>Heart Disease</a:t>
                      </a:r>
                    </a:p>
                  </a:txBody>
                  <a:tcPr anchor="ctr"/>
                </a:tc>
                <a:tc>
                  <a:txBody>
                    <a:bodyPr/>
                    <a:lstStyle/>
                    <a:p>
                      <a:pPr algn="ctr">
                        <a:buNone/>
                      </a:pPr>
                      <a:r>
                        <a:rPr lang="en-IN" sz="2400" dirty="0">
                          <a:latin typeface="Times New Roman" panose="02020603050405020304" pitchFamily="18" charset="0"/>
                          <a:cs typeface="Times New Roman" panose="02020603050405020304" pitchFamily="18" charset="0"/>
                        </a:rPr>
                        <a:t>0.9316</a:t>
                      </a:r>
                    </a:p>
                  </a:txBody>
                  <a:tcPr anchor="ctr"/>
                </a:tc>
                <a:tc>
                  <a:txBody>
                    <a:bodyPr/>
                    <a:lstStyle/>
                    <a:p>
                      <a:pPr algn="ctr">
                        <a:buNone/>
                      </a:pPr>
                      <a:r>
                        <a:rPr lang="en-IN" sz="2400">
                          <a:latin typeface="Times New Roman" panose="02020603050405020304" pitchFamily="18" charset="0"/>
                          <a:cs typeface="Times New Roman" panose="02020603050405020304" pitchFamily="18" charset="0"/>
                        </a:rPr>
                        <a:t>0.9364</a:t>
                      </a:r>
                    </a:p>
                  </a:txBody>
                  <a:tcPr anchor="ctr"/>
                </a:tc>
                <a:tc>
                  <a:txBody>
                    <a:bodyPr/>
                    <a:lstStyle/>
                    <a:p>
                      <a:pPr algn="ctr">
                        <a:buNone/>
                      </a:pPr>
                      <a:r>
                        <a:rPr lang="en-IN" sz="2400">
                          <a:latin typeface="Times New Roman" panose="02020603050405020304" pitchFamily="18" charset="0"/>
                          <a:cs typeface="Times New Roman" panose="02020603050405020304" pitchFamily="18" charset="0"/>
                        </a:rPr>
                        <a:t>+0.52%</a:t>
                      </a:r>
                    </a:p>
                  </a:txBody>
                  <a:tcPr anchor="ctr"/>
                </a:tc>
                <a:extLst>
                  <a:ext uri="{0D108BD9-81ED-4DB2-BD59-A6C34878D82A}">
                    <a16:rowId xmlns:a16="http://schemas.microsoft.com/office/drawing/2014/main" val="137415864"/>
                  </a:ext>
                </a:extLst>
              </a:tr>
              <a:tr h="0">
                <a:tc>
                  <a:txBody>
                    <a:bodyPr/>
                    <a:lstStyle/>
                    <a:p>
                      <a:pPr algn="ctr">
                        <a:buNone/>
                      </a:pPr>
                      <a:r>
                        <a:rPr lang="en-IN" sz="2400">
                          <a:latin typeface="Times New Roman" panose="02020603050405020304" pitchFamily="18" charset="0"/>
                          <a:cs typeface="Times New Roman" panose="02020603050405020304" pitchFamily="18" charset="0"/>
                        </a:rPr>
                        <a:t>Cancer</a:t>
                      </a:r>
                    </a:p>
                  </a:txBody>
                  <a:tcPr anchor="ctr"/>
                </a:tc>
                <a:tc>
                  <a:txBody>
                    <a:bodyPr/>
                    <a:lstStyle/>
                    <a:p>
                      <a:pPr algn="ctr">
                        <a:buNone/>
                      </a:pPr>
                      <a:r>
                        <a:rPr lang="en-IN" sz="2400">
                          <a:latin typeface="Times New Roman" panose="02020603050405020304" pitchFamily="18" charset="0"/>
                          <a:cs typeface="Times New Roman" panose="02020603050405020304" pitchFamily="18" charset="0"/>
                        </a:rPr>
                        <a:t>0.9972</a:t>
                      </a:r>
                    </a:p>
                  </a:txBody>
                  <a:tcPr anchor="ctr"/>
                </a:tc>
                <a:tc>
                  <a:txBody>
                    <a:bodyPr/>
                    <a:lstStyle/>
                    <a:p>
                      <a:pPr algn="ctr">
                        <a:buNone/>
                      </a:pPr>
                      <a:r>
                        <a:rPr lang="en-IN" sz="2400" dirty="0">
                          <a:latin typeface="Times New Roman" panose="02020603050405020304" pitchFamily="18" charset="0"/>
                          <a:cs typeface="Times New Roman" panose="02020603050405020304" pitchFamily="18" charset="0"/>
                        </a:rPr>
                        <a:t>0.9971</a:t>
                      </a:r>
                    </a:p>
                  </a:txBody>
                  <a:tcPr anchor="ctr"/>
                </a:tc>
                <a:tc>
                  <a:txBody>
                    <a:bodyPr/>
                    <a:lstStyle/>
                    <a:p>
                      <a:pPr algn="ctr">
                        <a:buNone/>
                      </a:pPr>
                      <a:r>
                        <a:rPr lang="en-IN" sz="2400" dirty="0">
                          <a:latin typeface="Times New Roman" panose="02020603050405020304" pitchFamily="18" charset="0"/>
                          <a:cs typeface="Times New Roman" panose="02020603050405020304" pitchFamily="18" charset="0"/>
                        </a:rPr>
                        <a:t>-0.02%</a:t>
                      </a:r>
                    </a:p>
                  </a:txBody>
                  <a:tcPr anchor="ctr"/>
                </a:tc>
                <a:extLst>
                  <a:ext uri="{0D108BD9-81ED-4DB2-BD59-A6C34878D82A}">
                    <a16:rowId xmlns:a16="http://schemas.microsoft.com/office/drawing/2014/main" val="2122189555"/>
                  </a:ext>
                </a:extLst>
              </a:tr>
            </a:tbl>
          </a:graphicData>
        </a:graphic>
      </p:graphicFrame>
      <p:pic>
        <p:nvPicPr>
          <p:cNvPr id="7" name="Picture 6" descr="MITS Deemed to be University (Declared under section 3 of UGC Act, 1956 by  Govt. of India-MoE)">
            <a:extLst>
              <a:ext uri="{FF2B5EF4-FFF2-40B4-BE49-F238E27FC236}">
                <a16:creationId xmlns:a16="http://schemas.microsoft.com/office/drawing/2014/main" id="{208EAD4A-5802-9DD1-188E-1A5DD479C9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185" y="107577"/>
            <a:ext cx="1403230" cy="1156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35687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ABD34-3EFA-C96D-FB89-70AAB49BB95A}"/>
              </a:ext>
            </a:extLst>
          </p:cNvPr>
          <p:cNvSpPr>
            <a:spLocks noGrp="1"/>
          </p:cNvSpPr>
          <p:nvPr>
            <p:ph type="title"/>
          </p:nvPr>
        </p:nvSpPr>
        <p:spPr/>
        <p:txBody>
          <a:bodyPr/>
          <a:lstStyle/>
          <a:p>
            <a:pPr algn="ctr"/>
            <a:r>
              <a:rPr lang="en-IN" b="1" dirty="0">
                <a:solidFill>
                  <a:srgbClr val="0070C0"/>
                </a:solidFill>
                <a:latin typeface="Times New Roman" panose="02020603050405020304" pitchFamily="18" charset="0"/>
                <a:cs typeface="Times New Roman" panose="02020603050405020304" pitchFamily="18" charset="0"/>
              </a:rPr>
              <a:t>Performance Evaluation</a:t>
            </a:r>
          </a:p>
        </p:txBody>
      </p:sp>
      <p:pic>
        <p:nvPicPr>
          <p:cNvPr id="5" name="Content Placeholder 4">
            <a:extLst>
              <a:ext uri="{FF2B5EF4-FFF2-40B4-BE49-F238E27FC236}">
                <a16:creationId xmlns:a16="http://schemas.microsoft.com/office/drawing/2014/main" id="{8B3343D0-AC83-8CC6-8868-8DFFC38489A4}"/>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22340" b="11182"/>
          <a:stretch>
            <a:fillRect/>
          </a:stretch>
        </p:blipFill>
        <p:spPr>
          <a:xfrm>
            <a:off x="552090" y="1834550"/>
            <a:ext cx="11087819" cy="3128513"/>
          </a:xfrm>
          <a:prstGeom prst="rect">
            <a:avLst/>
          </a:prstGeom>
        </p:spPr>
      </p:pic>
      <p:pic>
        <p:nvPicPr>
          <p:cNvPr id="8" name="Picture 7" descr="MITS Deemed to be University (Declared under section 3 of UGC Act, 1956 by  Govt. of India-MoE)">
            <a:extLst>
              <a:ext uri="{FF2B5EF4-FFF2-40B4-BE49-F238E27FC236}">
                <a16:creationId xmlns:a16="http://schemas.microsoft.com/office/drawing/2014/main" id="{62075C9A-8814-BF22-DE8E-D9C0573F23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2185" y="107577"/>
            <a:ext cx="1403230" cy="1156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75016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1F040-C3C8-1270-DE43-A09A3335D182}"/>
              </a:ext>
            </a:extLst>
          </p:cNvPr>
          <p:cNvSpPr>
            <a:spLocks noGrp="1"/>
          </p:cNvSpPr>
          <p:nvPr>
            <p:ph type="title"/>
          </p:nvPr>
        </p:nvSpPr>
        <p:spPr/>
        <p:txBody>
          <a:bodyPr/>
          <a:lstStyle/>
          <a:p>
            <a:pPr algn="ctr"/>
            <a:r>
              <a:rPr lang="en-US" b="1" dirty="0">
                <a:solidFill>
                  <a:srgbClr val="0070C0"/>
                </a:solidFill>
                <a:latin typeface="Times New Roman" panose="02020603050405020304" pitchFamily="18" charset="0"/>
                <a:cs typeface="Times New Roman" panose="02020603050405020304" pitchFamily="18" charset="0"/>
              </a:rPr>
              <a:t> Comparison with the Existing System</a:t>
            </a:r>
            <a:endParaRPr lang="en-IN" b="1" dirty="0">
              <a:solidFill>
                <a:srgbClr val="0070C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2574D8A3-935C-2075-FBDB-330E0CB588EE}"/>
              </a:ext>
            </a:extLst>
          </p:cNvPr>
          <p:cNvGraphicFramePr>
            <a:graphicFrameLocks noGrp="1"/>
          </p:cNvGraphicFramePr>
          <p:nvPr>
            <p:extLst>
              <p:ext uri="{D42A27DB-BD31-4B8C-83A1-F6EECF244321}">
                <p14:modId xmlns:p14="http://schemas.microsoft.com/office/powerpoint/2010/main" val="1802588694"/>
              </p:ext>
            </p:extLst>
          </p:nvPr>
        </p:nvGraphicFramePr>
        <p:xfrm>
          <a:off x="221412" y="1564256"/>
          <a:ext cx="11749176" cy="4821256"/>
        </p:xfrm>
        <a:graphic>
          <a:graphicData uri="http://schemas.openxmlformats.org/drawingml/2006/table">
            <a:tbl>
              <a:tblPr>
                <a:tableStyleId>{1FECB4D8-DB02-4DC6-A0A2-4F2EBAE1DC90}</a:tableStyleId>
              </a:tblPr>
              <a:tblGrid>
                <a:gridCol w="3916392">
                  <a:extLst>
                    <a:ext uri="{9D8B030D-6E8A-4147-A177-3AD203B41FA5}">
                      <a16:colId xmlns:a16="http://schemas.microsoft.com/office/drawing/2014/main" val="2974812337"/>
                    </a:ext>
                  </a:extLst>
                </a:gridCol>
                <a:gridCol w="3916392">
                  <a:extLst>
                    <a:ext uri="{9D8B030D-6E8A-4147-A177-3AD203B41FA5}">
                      <a16:colId xmlns:a16="http://schemas.microsoft.com/office/drawing/2014/main" val="2687736196"/>
                    </a:ext>
                  </a:extLst>
                </a:gridCol>
                <a:gridCol w="3916392">
                  <a:extLst>
                    <a:ext uri="{9D8B030D-6E8A-4147-A177-3AD203B41FA5}">
                      <a16:colId xmlns:a16="http://schemas.microsoft.com/office/drawing/2014/main" val="1402187840"/>
                    </a:ext>
                  </a:extLst>
                </a:gridCol>
              </a:tblGrid>
              <a:tr h="749595">
                <a:tc>
                  <a:txBody>
                    <a:bodyPr/>
                    <a:lstStyle/>
                    <a:p>
                      <a:pPr algn="ctr">
                        <a:buNone/>
                      </a:pPr>
                      <a:r>
                        <a:rPr lang="en-IN" sz="2800" b="1" dirty="0">
                          <a:latin typeface="Times New Roman" panose="02020603050405020304" pitchFamily="18" charset="0"/>
                          <a:cs typeface="Times New Roman" panose="02020603050405020304" pitchFamily="18" charset="0"/>
                        </a:rPr>
                        <a:t>Aspect</a:t>
                      </a:r>
                    </a:p>
                  </a:txBody>
                  <a:tcPr anchor="ctr"/>
                </a:tc>
                <a:tc>
                  <a:txBody>
                    <a:bodyPr/>
                    <a:lstStyle/>
                    <a:p>
                      <a:pPr algn="ctr">
                        <a:buNone/>
                      </a:pPr>
                      <a:r>
                        <a:rPr lang="en-IN" sz="2800" b="1" dirty="0">
                          <a:latin typeface="Times New Roman" panose="02020603050405020304" pitchFamily="18" charset="0"/>
                          <a:cs typeface="Times New Roman" panose="02020603050405020304" pitchFamily="18" charset="0"/>
                        </a:rPr>
                        <a:t>Existing System</a:t>
                      </a:r>
                    </a:p>
                  </a:txBody>
                  <a:tcPr anchor="ctr"/>
                </a:tc>
                <a:tc>
                  <a:txBody>
                    <a:bodyPr/>
                    <a:lstStyle/>
                    <a:p>
                      <a:pPr algn="ctr">
                        <a:buNone/>
                      </a:pPr>
                      <a:r>
                        <a:rPr lang="en-IN" sz="2800" b="1" dirty="0">
                          <a:latin typeface="Times New Roman" panose="02020603050405020304" pitchFamily="18" charset="0"/>
                          <a:cs typeface="Times New Roman" panose="02020603050405020304" pitchFamily="18" charset="0"/>
                        </a:rPr>
                        <a:t>Proposed System</a:t>
                      </a:r>
                    </a:p>
                  </a:txBody>
                  <a:tcPr anchor="ctr"/>
                </a:tc>
                <a:extLst>
                  <a:ext uri="{0D108BD9-81ED-4DB2-BD59-A6C34878D82A}">
                    <a16:rowId xmlns:a16="http://schemas.microsoft.com/office/drawing/2014/main" val="814582377"/>
                  </a:ext>
                </a:extLst>
              </a:tr>
              <a:tr h="912169">
                <a:tc>
                  <a:txBody>
                    <a:bodyPr/>
                    <a:lstStyle/>
                    <a:p>
                      <a:pPr algn="ctr">
                        <a:buNone/>
                      </a:pPr>
                      <a:r>
                        <a:rPr lang="en-IN" sz="2000" b="1" dirty="0">
                          <a:latin typeface="Times New Roman" panose="02020603050405020304" pitchFamily="18" charset="0"/>
                          <a:cs typeface="Times New Roman" panose="02020603050405020304" pitchFamily="18" charset="0"/>
                        </a:rPr>
                        <a:t>Disease Prediction</a:t>
                      </a:r>
                    </a:p>
                  </a:txBody>
                  <a:tcPr anchor="ctr"/>
                </a:tc>
                <a:tc>
                  <a:txBody>
                    <a:bodyPr/>
                    <a:lstStyle/>
                    <a:p>
                      <a:pPr algn="ctr">
                        <a:buNone/>
                      </a:pPr>
                      <a:r>
                        <a:rPr lang="en-US" sz="2000" b="0">
                          <a:latin typeface="Times New Roman" panose="02020603050405020304" pitchFamily="18" charset="0"/>
                          <a:cs typeface="Times New Roman" panose="02020603050405020304" pitchFamily="18" charset="0"/>
                        </a:rPr>
                        <a:t>Predicts one disease at a time</a:t>
                      </a:r>
                    </a:p>
                  </a:txBody>
                  <a:tcPr anchor="ctr"/>
                </a:tc>
                <a:tc>
                  <a:txBody>
                    <a:bodyPr/>
                    <a:lstStyle/>
                    <a:p>
                      <a:pPr algn="ctr">
                        <a:buNone/>
                      </a:pPr>
                      <a:r>
                        <a:rPr lang="en-US" sz="2000" b="0">
                          <a:latin typeface="Times New Roman" panose="02020603050405020304" pitchFamily="18" charset="0"/>
                          <a:cs typeface="Times New Roman" panose="02020603050405020304" pitchFamily="18" charset="0"/>
                        </a:rPr>
                        <a:t>Predicts multiple diseases in one framework</a:t>
                      </a:r>
                    </a:p>
                  </a:txBody>
                  <a:tcPr anchor="ctr"/>
                </a:tc>
                <a:extLst>
                  <a:ext uri="{0D108BD9-81ED-4DB2-BD59-A6C34878D82A}">
                    <a16:rowId xmlns:a16="http://schemas.microsoft.com/office/drawing/2014/main" val="1168799587"/>
                  </a:ext>
                </a:extLst>
              </a:tr>
              <a:tr h="330371">
                <a:tc>
                  <a:txBody>
                    <a:bodyPr/>
                    <a:lstStyle/>
                    <a:p>
                      <a:pPr algn="ctr">
                        <a:buNone/>
                      </a:pPr>
                      <a:r>
                        <a:rPr lang="en-IN" sz="2000" b="1" dirty="0">
                          <a:latin typeface="Times New Roman" panose="02020603050405020304" pitchFamily="18" charset="0"/>
                          <a:cs typeface="Times New Roman" panose="02020603050405020304" pitchFamily="18" charset="0"/>
                        </a:rPr>
                        <a:t>Data Scope</a:t>
                      </a:r>
                    </a:p>
                  </a:txBody>
                  <a:tcPr anchor="ctr"/>
                </a:tc>
                <a:tc>
                  <a:txBody>
                    <a:bodyPr/>
                    <a:lstStyle/>
                    <a:p>
                      <a:pPr algn="ctr">
                        <a:buNone/>
                      </a:pPr>
                      <a:r>
                        <a:rPr lang="en-IN" sz="2000" b="0" dirty="0">
                          <a:latin typeface="Times New Roman" panose="02020603050405020304" pitchFamily="18" charset="0"/>
                          <a:cs typeface="Times New Roman" panose="02020603050405020304" pitchFamily="18" charset="0"/>
                        </a:rPr>
                        <a:t>Uses only clinical data</a:t>
                      </a:r>
                    </a:p>
                  </a:txBody>
                  <a:tcPr anchor="ctr"/>
                </a:tc>
                <a:tc>
                  <a:txBody>
                    <a:bodyPr/>
                    <a:lstStyle/>
                    <a:p>
                      <a:pPr algn="ctr">
                        <a:buNone/>
                      </a:pPr>
                      <a:r>
                        <a:rPr lang="en-US" sz="2000" b="0">
                          <a:latin typeface="Times New Roman" panose="02020603050405020304" pitchFamily="18" charset="0"/>
                          <a:cs typeface="Times New Roman" panose="02020603050405020304" pitchFamily="18" charset="0"/>
                        </a:rPr>
                        <a:t>Uses clinical, lifestyle, and demographic data</a:t>
                      </a:r>
                    </a:p>
                  </a:txBody>
                  <a:tcPr anchor="ctr"/>
                </a:tc>
                <a:extLst>
                  <a:ext uri="{0D108BD9-81ED-4DB2-BD59-A6C34878D82A}">
                    <a16:rowId xmlns:a16="http://schemas.microsoft.com/office/drawing/2014/main" val="1940539162"/>
                  </a:ext>
                </a:extLst>
              </a:tr>
              <a:tr h="476968">
                <a:tc>
                  <a:txBody>
                    <a:bodyPr/>
                    <a:lstStyle/>
                    <a:p>
                      <a:pPr algn="ctr">
                        <a:buNone/>
                      </a:pPr>
                      <a:r>
                        <a:rPr lang="en-IN" sz="2000" b="1" dirty="0">
                          <a:latin typeface="Times New Roman" panose="02020603050405020304" pitchFamily="18" charset="0"/>
                          <a:cs typeface="Times New Roman" panose="02020603050405020304" pitchFamily="18" charset="0"/>
                        </a:rPr>
                        <a:t>Model Approach</a:t>
                      </a:r>
                    </a:p>
                  </a:txBody>
                  <a:tcPr anchor="ctr"/>
                </a:tc>
                <a:tc>
                  <a:txBody>
                    <a:bodyPr/>
                    <a:lstStyle/>
                    <a:p>
                      <a:pPr algn="ctr">
                        <a:buNone/>
                      </a:pPr>
                      <a:r>
                        <a:rPr lang="en-IN" sz="2000" b="0">
                          <a:latin typeface="Times New Roman" panose="02020603050405020304" pitchFamily="18" charset="0"/>
                          <a:cs typeface="Times New Roman" panose="02020603050405020304" pitchFamily="18" charset="0"/>
                        </a:rPr>
                        <a:t>Uses single ML models</a:t>
                      </a:r>
                    </a:p>
                  </a:txBody>
                  <a:tcPr anchor="ctr"/>
                </a:tc>
                <a:tc>
                  <a:txBody>
                    <a:bodyPr/>
                    <a:lstStyle/>
                    <a:p>
                      <a:pPr algn="ctr">
                        <a:buNone/>
                      </a:pPr>
                      <a:r>
                        <a:rPr lang="en-IN" sz="2000" b="0">
                          <a:latin typeface="Times New Roman" panose="02020603050405020304" pitchFamily="18" charset="0"/>
                          <a:cs typeface="Times New Roman" panose="02020603050405020304" pitchFamily="18" charset="0"/>
                        </a:rPr>
                        <a:t>Uses hybrid ensemble models</a:t>
                      </a:r>
                    </a:p>
                  </a:txBody>
                  <a:tcPr anchor="ctr"/>
                </a:tc>
                <a:extLst>
                  <a:ext uri="{0D108BD9-81ED-4DB2-BD59-A6C34878D82A}">
                    <a16:rowId xmlns:a16="http://schemas.microsoft.com/office/drawing/2014/main" val="3396367963"/>
                  </a:ext>
                </a:extLst>
              </a:tr>
              <a:tr h="581060">
                <a:tc>
                  <a:txBody>
                    <a:bodyPr/>
                    <a:lstStyle/>
                    <a:p>
                      <a:pPr algn="ctr">
                        <a:buNone/>
                      </a:pPr>
                      <a:r>
                        <a:rPr lang="en-IN" sz="2000" b="1" dirty="0">
                          <a:latin typeface="Times New Roman" panose="02020603050405020304" pitchFamily="18" charset="0"/>
                          <a:cs typeface="Times New Roman" panose="02020603050405020304" pitchFamily="18" charset="0"/>
                        </a:rPr>
                        <a:t>Explainability</a:t>
                      </a:r>
                    </a:p>
                  </a:txBody>
                  <a:tcPr anchor="ctr"/>
                </a:tc>
                <a:tc>
                  <a:txBody>
                    <a:bodyPr/>
                    <a:lstStyle/>
                    <a:p>
                      <a:pPr algn="ctr">
                        <a:buNone/>
                      </a:pPr>
                      <a:r>
                        <a:rPr lang="en-IN" sz="2000" b="0">
                          <a:latin typeface="Times New Roman" panose="02020603050405020304" pitchFamily="18" charset="0"/>
                          <a:cs typeface="Times New Roman" panose="02020603050405020304" pitchFamily="18" charset="0"/>
                        </a:rPr>
                        <a:t>No explanation for predictions</a:t>
                      </a:r>
                    </a:p>
                  </a:txBody>
                  <a:tcPr anchor="ctr"/>
                </a:tc>
                <a:tc>
                  <a:txBody>
                    <a:bodyPr/>
                    <a:lstStyle/>
                    <a:p>
                      <a:pPr algn="ctr">
                        <a:buNone/>
                      </a:pPr>
                      <a:r>
                        <a:rPr lang="en-US" sz="2000" b="0">
                          <a:latin typeface="Times New Roman" panose="02020603050405020304" pitchFamily="18" charset="0"/>
                          <a:cs typeface="Times New Roman" panose="02020603050405020304" pitchFamily="18" charset="0"/>
                        </a:rPr>
                        <a:t>Uses SHAP/LIME for explanations</a:t>
                      </a:r>
                    </a:p>
                  </a:txBody>
                  <a:tcPr anchor="ctr"/>
                </a:tc>
                <a:extLst>
                  <a:ext uri="{0D108BD9-81ED-4DB2-BD59-A6C34878D82A}">
                    <a16:rowId xmlns:a16="http://schemas.microsoft.com/office/drawing/2014/main" val="4017195502"/>
                  </a:ext>
                </a:extLst>
              </a:tr>
              <a:tr h="699384">
                <a:tc>
                  <a:txBody>
                    <a:bodyPr/>
                    <a:lstStyle/>
                    <a:p>
                      <a:pPr algn="ctr">
                        <a:buNone/>
                      </a:pPr>
                      <a:r>
                        <a:rPr lang="en-IN" sz="2000" b="1" dirty="0">
                          <a:latin typeface="Times New Roman" panose="02020603050405020304" pitchFamily="18" charset="0"/>
                          <a:cs typeface="Times New Roman" panose="02020603050405020304" pitchFamily="18" charset="0"/>
                        </a:rPr>
                        <a:t>Output</a:t>
                      </a:r>
                    </a:p>
                  </a:txBody>
                  <a:tcPr anchor="ctr"/>
                </a:tc>
                <a:tc>
                  <a:txBody>
                    <a:bodyPr/>
                    <a:lstStyle/>
                    <a:p>
                      <a:pPr algn="ctr">
                        <a:buNone/>
                      </a:pPr>
                      <a:r>
                        <a:rPr lang="en-IN" sz="2000" b="0" dirty="0">
                          <a:latin typeface="Times New Roman" panose="02020603050405020304" pitchFamily="18" charset="0"/>
                          <a:cs typeface="Times New Roman" panose="02020603050405020304" pitchFamily="18" charset="0"/>
                        </a:rPr>
                        <a:t>Gives Yes/No result</a:t>
                      </a:r>
                    </a:p>
                  </a:txBody>
                  <a:tcPr anchor="ctr"/>
                </a:tc>
                <a:tc>
                  <a:txBody>
                    <a:bodyPr/>
                    <a:lstStyle/>
                    <a:p>
                      <a:pPr algn="ctr">
                        <a:buNone/>
                      </a:pPr>
                      <a:r>
                        <a:rPr lang="en-US" sz="2000" b="0">
                          <a:latin typeface="Times New Roman" panose="02020603050405020304" pitchFamily="18" charset="0"/>
                          <a:cs typeface="Times New Roman" panose="02020603050405020304" pitchFamily="18" charset="0"/>
                        </a:rPr>
                        <a:t>Gives risk score and recommendations</a:t>
                      </a:r>
                    </a:p>
                  </a:txBody>
                  <a:tcPr anchor="ctr"/>
                </a:tc>
                <a:extLst>
                  <a:ext uri="{0D108BD9-81ED-4DB2-BD59-A6C34878D82A}">
                    <a16:rowId xmlns:a16="http://schemas.microsoft.com/office/drawing/2014/main" val="3585717066"/>
                  </a:ext>
                </a:extLst>
              </a:tr>
              <a:tr h="699384">
                <a:tc>
                  <a:txBody>
                    <a:bodyPr/>
                    <a:lstStyle/>
                    <a:p>
                      <a:pPr algn="ctr">
                        <a:buNone/>
                      </a:pPr>
                      <a:r>
                        <a:rPr lang="en-IN" sz="2000" b="1" dirty="0">
                          <a:latin typeface="Times New Roman" panose="02020603050405020304" pitchFamily="18" charset="0"/>
                          <a:cs typeface="Times New Roman" panose="02020603050405020304" pitchFamily="18" charset="0"/>
                        </a:rPr>
                        <a:t>Usability</a:t>
                      </a:r>
                    </a:p>
                  </a:txBody>
                  <a:tcPr anchor="ctr"/>
                </a:tc>
                <a:tc>
                  <a:txBody>
                    <a:bodyPr/>
                    <a:lstStyle/>
                    <a:p>
                      <a:pPr algn="ctr">
                        <a:buNone/>
                      </a:pPr>
                      <a:r>
                        <a:rPr lang="en-IN" sz="2000" b="0">
                          <a:latin typeface="Times New Roman" panose="02020603050405020304" pitchFamily="18" charset="0"/>
                          <a:cs typeface="Times New Roman" panose="02020603050405020304" pitchFamily="18" charset="0"/>
                        </a:rPr>
                        <a:t>Limited real-world use</a:t>
                      </a:r>
                    </a:p>
                  </a:txBody>
                  <a:tcPr anchor="ctr"/>
                </a:tc>
                <a:tc>
                  <a:txBody>
                    <a:bodyPr/>
                    <a:lstStyle/>
                    <a:p>
                      <a:pPr algn="ctr">
                        <a:buNone/>
                      </a:pPr>
                      <a:r>
                        <a:rPr lang="en-IN" sz="2000" b="0" dirty="0">
                          <a:latin typeface="Times New Roman" panose="02020603050405020304" pitchFamily="18" charset="0"/>
                          <a:cs typeface="Times New Roman" panose="02020603050405020304" pitchFamily="18" charset="0"/>
                        </a:rPr>
                        <a:t>Personalized and healthcare-friendly</a:t>
                      </a:r>
                    </a:p>
                  </a:txBody>
                  <a:tcPr anchor="ctr"/>
                </a:tc>
                <a:extLst>
                  <a:ext uri="{0D108BD9-81ED-4DB2-BD59-A6C34878D82A}">
                    <a16:rowId xmlns:a16="http://schemas.microsoft.com/office/drawing/2014/main" val="1693417693"/>
                  </a:ext>
                </a:extLst>
              </a:tr>
            </a:tbl>
          </a:graphicData>
        </a:graphic>
      </p:graphicFrame>
      <p:pic>
        <p:nvPicPr>
          <p:cNvPr id="6" name="Picture 5" descr="MITS Deemed to be University (Declared under section 3 of UGC Act, 1956 by  Govt. of India-MoE)">
            <a:extLst>
              <a:ext uri="{FF2B5EF4-FFF2-40B4-BE49-F238E27FC236}">
                <a16:creationId xmlns:a16="http://schemas.microsoft.com/office/drawing/2014/main" id="{EE14A6B5-C5C4-AE2A-F728-C2D4B2884C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5757" y="107577"/>
            <a:ext cx="1069658" cy="8815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52360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A3803-253A-486C-B9DF-FD7D9574B116}"/>
              </a:ext>
            </a:extLst>
          </p:cNvPr>
          <p:cNvSpPr>
            <a:spLocks noGrp="1"/>
          </p:cNvSpPr>
          <p:nvPr>
            <p:ph type="title"/>
          </p:nvPr>
        </p:nvSpPr>
        <p:spPr>
          <a:xfrm>
            <a:off x="838200" y="110226"/>
            <a:ext cx="10515600" cy="819569"/>
          </a:xfrm>
        </p:spPr>
        <p:txBody>
          <a:bodyPr/>
          <a:lstStyle/>
          <a:p>
            <a:pPr algn="ctr"/>
            <a:r>
              <a:rPr lang="en-US" b="1" dirty="0">
                <a:solidFill>
                  <a:srgbClr val="0070C0"/>
                </a:solidFill>
                <a:latin typeface="Times New Roman" panose="02020603050405020304" pitchFamily="18" charset="0"/>
                <a:cs typeface="Times New Roman" panose="02020603050405020304" pitchFamily="18" charset="0"/>
              </a:rPr>
              <a:t> </a:t>
            </a:r>
            <a:r>
              <a:rPr lang="en-IN" b="1" dirty="0">
                <a:solidFill>
                  <a:srgbClr val="0070C0"/>
                </a:solidFill>
                <a:latin typeface="Times New Roman" panose="02020603050405020304" pitchFamily="18" charset="0"/>
                <a:cs typeface="Times New Roman" panose="02020603050405020304" pitchFamily="18" charset="0"/>
              </a:rPr>
              <a:t>Code Snippets</a:t>
            </a:r>
          </a:p>
        </p:txBody>
      </p:sp>
      <p:pic>
        <p:nvPicPr>
          <p:cNvPr id="5" name="Picture 4">
            <a:extLst>
              <a:ext uri="{FF2B5EF4-FFF2-40B4-BE49-F238E27FC236}">
                <a16:creationId xmlns:a16="http://schemas.microsoft.com/office/drawing/2014/main" id="{936E2311-3FA3-A173-75B4-1704756AAA3B}"/>
              </a:ext>
            </a:extLst>
          </p:cNvPr>
          <p:cNvPicPr>
            <a:picLocks noChangeAspect="1"/>
          </p:cNvPicPr>
          <p:nvPr/>
        </p:nvPicPr>
        <p:blipFill>
          <a:blip r:embed="rId2"/>
          <a:stretch>
            <a:fillRect/>
          </a:stretch>
        </p:blipFill>
        <p:spPr>
          <a:xfrm>
            <a:off x="172525" y="1059191"/>
            <a:ext cx="5296621" cy="1773148"/>
          </a:xfrm>
          <a:prstGeom prst="rect">
            <a:avLst/>
          </a:prstGeom>
        </p:spPr>
      </p:pic>
      <p:pic>
        <p:nvPicPr>
          <p:cNvPr id="7" name="Picture 6">
            <a:extLst>
              <a:ext uri="{FF2B5EF4-FFF2-40B4-BE49-F238E27FC236}">
                <a16:creationId xmlns:a16="http://schemas.microsoft.com/office/drawing/2014/main" id="{D4AC5841-336B-CE77-7A3D-814103F535D4}"/>
              </a:ext>
            </a:extLst>
          </p:cNvPr>
          <p:cNvPicPr>
            <a:picLocks noChangeAspect="1"/>
          </p:cNvPicPr>
          <p:nvPr/>
        </p:nvPicPr>
        <p:blipFill>
          <a:blip r:embed="rId3"/>
          <a:stretch>
            <a:fillRect/>
          </a:stretch>
        </p:blipFill>
        <p:spPr>
          <a:xfrm>
            <a:off x="97764" y="2961736"/>
            <a:ext cx="5440394" cy="3347049"/>
          </a:xfrm>
          <a:prstGeom prst="rect">
            <a:avLst/>
          </a:prstGeom>
        </p:spPr>
      </p:pic>
      <p:pic>
        <p:nvPicPr>
          <p:cNvPr id="9" name="Picture 8">
            <a:extLst>
              <a:ext uri="{FF2B5EF4-FFF2-40B4-BE49-F238E27FC236}">
                <a16:creationId xmlns:a16="http://schemas.microsoft.com/office/drawing/2014/main" id="{AE702FA8-BBF4-B82B-72E2-8358B14E9142}"/>
              </a:ext>
            </a:extLst>
          </p:cNvPr>
          <p:cNvPicPr>
            <a:picLocks noChangeAspect="1"/>
          </p:cNvPicPr>
          <p:nvPr/>
        </p:nvPicPr>
        <p:blipFill>
          <a:blip r:embed="rId4"/>
          <a:stretch>
            <a:fillRect/>
          </a:stretch>
        </p:blipFill>
        <p:spPr>
          <a:xfrm>
            <a:off x="5630174" y="929795"/>
            <a:ext cx="6015486" cy="2681797"/>
          </a:xfrm>
          <a:prstGeom prst="rect">
            <a:avLst/>
          </a:prstGeom>
        </p:spPr>
      </p:pic>
      <p:pic>
        <p:nvPicPr>
          <p:cNvPr id="11" name="Picture 10">
            <a:extLst>
              <a:ext uri="{FF2B5EF4-FFF2-40B4-BE49-F238E27FC236}">
                <a16:creationId xmlns:a16="http://schemas.microsoft.com/office/drawing/2014/main" id="{906EB1FE-AE91-7517-E5E9-FA22F856BC6A}"/>
              </a:ext>
            </a:extLst>
          </p:cNvPr>
          <p:cNvPicPr>
            <a:picLocks noChangeAspect="1"/>
          </p:cNvPicPr>
          <p:nvPr/>
        </p:nvPicPr>
        <p:blipFill>
          <a:blip r:embed="rId5"/>
          <a:stretch>
            <a:fillRect/>
          </a:stretch>
        </p:blipFill>
        <p:spPr>
          <a:xfrm>
            <a:off x="5670430" y="3695108"/>
            <a:ext cx="5975229" cy="2959098"/>
          </a:xfrm>
          <a:prstGeom prst="rect">
            <a:avLst/>
          </a:prstGeom>
        </p:spPr>
      </p:pic>
      <p:pic>
        <p:nvPicPr>
          <p:cNvPr id="12" name="Picture 11" descr="MITS Deemed to be University (Declared under section 3 of UGC Act, 1956 by  Govt. of India-MoE)">
            <a:extLst>
              <a:ext uri="{FF2B5EF4-FFF2-40B4-BE49-F238E27FC236}">
                <a16:creationId xmlns:a16="http://schemas.microsoft.com/office/drawing/2014/main" id="{8328CFB0-82D0-C52C-8CCC-C9F4D90E302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185585" y="107578"/>
            <a:ext cx="869830" cy="7168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64904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4E2B7-46BC-4076-7422-09C3621B36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EA4EF3-F207-376B-BF2E-791B8DEC0775}"/>
              </a:ext>
            </a:extLst>
          </p:cNvPr>
          <p:cNvSpPr>
            <a:spLocks noGrp="1"/>
          </p:cNvSpPr>
          <p:nvPr>
            <p:ph type="title"/>
          </p:nvPr>
        </p:nvSpPr>
        <p:spPr>
          <a:xfrm>
            <a:off x="838200" y="144732"/>
            <a:ext cx="10515600" cy="819569"/>
          </a:xfrm>
        </p:spPr>
        <p:txBody>
          <a:bodyPr/>
          <a:lstStyle/>
          <a:p>
            <a:pPr algn="ctr"/>
            <a:r>
              <a:rPr lang="en-US" b="1" dirty="0">
                <a:solidFill>
                  <a:srgbClr val="0070C0"/>
                </a:solidFill>
                <a:latin typeface="Times New Roman" panose="02020603050405020304" pitchFamily="18" charset="0"/>
                <a:cs typeface="Times New Roman" panose="02020603050405020304" pitchFamily="18" charset="0"/>
              </a:rPr>
              <a:t> </a:t>
            </a:r>
            <a:r>
              <a:rPr lang="en-IN" b="1" dirty="0">
                <a:solidFill>
                  <a:srgbClr val="0070C0"/>
                </a:solidFill>
                <a:latin typeface="Times New Roman" panose="02020603050405020304" pitchFamily="18" charset="0"/>
                <a:cs typeface="Times New Roman" panose="02020603050405020304" pitchFamily="18" charset="0"/>
              </a:rPr>
              <a:t>Screenshots of Implementation</a:t>
            </a:r>
          </a:p>
        </p:txBody>
      </p:sp>
      <p:pic>
        <p:nvPicPr>
          <p:cNvPr id="5" name="Picture 4">
            <a:extLst>
              <a:ext uri="{FF2B5EF4-FFF2-40B4-BE49-F238E27FC236}">
                <a16:creationId xmlns:a16="http://schemas.microsoft.com/office/drawing/2014/main" id="{227E644B-8B23-400B-30C9-86BCED038CC0}"/>
              </a:ext>
            </a:extLst>
          </p:cNvPr>
          <p:cNvPicPr>
            <a:picLocks noChangeAspect="1"/>
          </p:cNvPicPr>
          <p:nvPr/>
        </p:nvPicPr>
        <p:blipFill>
          <a:blip r:embed="rId2"/>
          <a:srcRect t="5457"/>
          <a:stretch>
            <a:fillRect/>
          </a:stretch>
        </p:blipFill>
        <p:spPr>
          <a:xfrm>
            <a:off x="101746" y="964302"/>
            <a:ext cx="5200624" cy="2666430"/>
          </a:xfrm>
          <a:prstGeom prst="rect">
            <a:avLst/>
          </a:prstGeom>
        </p:spPr>
      </p:pic>
      <p:pic>
        <p:nvPicPr>
          <p:cNvPr id="7" name="Picture 6">
            <a:extLst>
              <a:ext uri="{FF2B5EF4-FFF2-40B4-BE49-F238E27FC236}">
                <a16:creationId xmlns:a16="http://schemas.microsoft.com/office/drawing/2014/main" id="{3E932B82-6B61-0818-5934-FFF7A1A8A080}"/>
              </a:ext>
            </a:extLst>
          </p:cNvPr>
          <p:cNvPicPr>
            <a:picLocks noChangeAspect="1"/>
          </p:cNvPicPr>
          <p:nvPr/>
        </p:nvPicPr>
        <p:blipFill>
          <a:blip r:embed="rId3"/>
          <a:stretch>
            <a:fillRect/>
          </a:stretch>
        </p:blipFill>
        <p:spPr>
          <a:xfrm>
            <a:off x="196818" y="3820627"/>
            <a:ext cx="5579955" cy="2798710"/>
          </a:xfrm>
          <a:prstGeom prst="rect">
            <a:avLst/>
          </a:prstGeom>
        </p:spPr>
      </p:pic>
      <p:pic>
        <p:nvPicPr>
          <p:cNvPr id="9" name="Picture 8">
            <a:extLst>
              <a:ext uri="{FF2B5EF4-FFF2-40B4-BE49-F238E27FC236}">
                <a16:creationId xmlns:a16="http://schemas.microsoft.com/office/drawing/2014/main" id="{037DD5D6-A165-5CD3-306F-EFCB1793936B}"/>
              </a:ext>
            </a:extLst>
          </p:cNvPr>
          <p:cNvPicPr>
            <a:picLocks noChangeAspect="1"/>
          </p:cNvPicPr>
          <p:nvPr/>
        </p:nvPicPr>
        <p:blipFill>
          <a:blip r:embed="rId4"/>
          <a:stretch>
            <a:fillRect/>
          </a:stretch>
        </p:blipFill>
        <p:spPr>
          <a:xfrm>
            <a:off x="5647425" y="845460"/>
            <a:ext cx="6101752" cy="2657100"/>
          </a:xfrm>
          <a:prstGeom prst="rect">
            <a:avLst/>
          </a:prstGeom>
        </p:spPr>
      </p:pic>
      <p:pic>
        <p:nvPicPr>
          <p:cNvPr id="11" name="Picture 10">
            <a:extLst>
              <a:ext uri="{FF2B5EF4-FFF2-40B4-BE49-F238E27FC236}">
                <a16:creationId xmlns:a16="http://schemas.microsoft.com/office/drawing/2014/main" id="{C5A3C06E-80B0-DC75-A6DD-2DD8A003A3F8}"/>
              </a:ext>
            </a:extLst>
          </p:cNvPr>
          <p:cNvPicPr>
            <a:picLocks noChangeAspect="1"/>
          </p:cNvPicPr>
          <p:nvPr/>
        </p:nvPicPr>
        <p:blipFill>
          <a:blip r:embed="rId5"/>
          <a:stretch>
            <a:fillRect/>
          </a:stretch>
        </p:blipFill>
        <p:spPr>
          <a:xfrm>
            <a:off x="5589917" y="3502560"/>
            <a:ext cx="6159260" cy="2706681"/>
          </a:xfrm>
          <a:prstGeom prst="rect">
            <a:avLst/>
          </a:prstGeom>
        </p:spPr>
      </p:pic>
      <p:pic>
        <p:nvPicPr>
          <p:cNvPr id="12" name="Picture 11" descr="MITS Deemed to be University (Declared under section 3 of UGC Act, 1956 by  Govt. of India-MoE)">
            <a:extLst>
              <a:ext uri="{FF2B5EF4-FFF2-40B4-BE49-F238E27FC236}">
                <a16:creationId xmlns:a16="http://schemas.microsoft.com/office/drawing/2014/main" id="{9E2C5E18-85E3-1076-8A60-D9E4F9B5742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285803" y="107577"/>
            <a:ext cx="769612" cy="6342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49880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6B521-0A85-880B-A9CF-B41FFB720A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9462CF-35F2-EC27-E34A-580BE7336B1F}"/>
              </a:ext>
            </a:extLst>
          </p:cNvPr>
          <p:cNvSpPr>
            <a:spLocks noGrp="1"/>
          </p:cNvSpPr>
          <p:nvPr>
            <p:ph type="title"/>
          </p:nvPr>
        </p:nvSpPr>
        <p:spPr>
          <a:xfrm>
            <a:off x="838200" y="271252"/>
            <a:ext cx="10515600" cy="819569"/>
          </a:xfrm>
        </p:spPr>
        <p:txBody>
          <a:bodyPr/>
          <a:lstStyle/>
          <a:p>
            <a:pPr algn="ctr"/>
            <a:r>
              <a:rPr lang="en-US" b="1" dirty="0">
                <a:solidFill>
                  <a:srgbClr val="0070C0"/>
                </a:solidFill>
                <a:latin typeface="Times New Roman" panose="02020603050405020304" pitchFamily="18" charset="0"/>
                <a:cs typeface="Times New Roman" panose="02020603050405020304" pitchFamily="18" charset="0"/>
              </a:rPr>
              <a:t> </a:t>
            </a:r>
            <a:r>
              <a:rPr lang="en-IN" b="1" dirty="0">
                <a:solidFill>
                  <a:srgbClr val="0070C0"/>
                </a:solidFill>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74055281-CE99-593F-21B4-ECDF67D3BB04}"/>
              </a:ext>
            </a:extLst>
          </p:cNvPr>
          <p:cNvSpPr>
            <a:spLocks noGrp="1"/>
          </p:cNvSpPr>
          <p:nvPr>
            <p:ph idx="1"/>
          </p:nvPr>
        </p:nvSpPr>
        <p:spPr>
          <a:xfrm>
            <a:off x="838200" y="1207698"/>
            <a:ext cx="10515600" cy="4969265"/>
          </a:xfrm>
        </p:spPr>
        <p:txBody>
          <a:bodyPr>
            <a:normAutofit/>
          </a:bodyPr>
          <a:lstStyle/>
          <a:p>
            <a:r>
              <a:rPr lang="en-US" sz="2400" dirty="0">
                <a:latin typeface="Times New Roman" panose="02020603050405020304" pitchFamily="18" charset="0"/>
                <a:cs typeface="Times New Roman" panose="02020603050405020304" pitchFamily="18" charset="0"/>
              </a:rPr>
              <a:t>Developed a Smart Explainable AI Framework for multi-disease prediction. </a:t>
            </a:r>
          </a:p>
          <a:p>
            <a:r>
              <a:rPr lang="en-US" sz="2400" dirty="0">
                <a:latin typeface="Times New Roman" panose="02020603050405020304" pitchFamily="18" charset="0"/>
                <a:cs typeface="Times New Roman" panose="02020603050405020304" pitchFamily="18" charset="0"/>
              </a:rPr>
              <a:t>Used Random Forest, </a:t>
            </a:r>
            <a:r>
              <a:rPr lang="en-US" sz="2400" dirty="0" err="1">
                <a:latin typeface="Times New Roman" panose="02020603050405020304" pitchFamily="18" charset="0"/>
                <a:cs typeface="Times New Roman" panose="02020603050405020304" pitchFamily="18" charset="0"/>
              </a:rPr>
              <a:t>XGBoost</a:t>
            </a:r>
            <a:r>
              <a:rPr lang="en-US" sz="2400" dirty="0">
                <a:latin typeface="Times New Roman" panose="02020603050405020304" pitchFamily="18" charset="0"/>
                <a:cs typeface="Times New Roman" panose="02020603050405020304" pitchFamily="18" charset="0"/>
              </a:rPr>
              <a:t>, and Logistic Regression in a hybrid ensemble model. </a:t>
            </a:r>
          </a:p>
          <a:p>
            <a:r>
              <a:rPr lang="en-US" sz="2400" dirty="0">
                <a:latin typeface="Times New Roman" panose="02020603050405020304" pitchFamily="18" charset="0"/>
                <a:cs typeface="Times New Roman" panose="02020603050405020304" pitchFamily="18" charset="0"/>
              </a:rPr>
              <a:t>SHAP and LIME improved transparency and interpretability. </a:t>
            </a:r>
          </a:p>
          <a:p>
            <a:r>
              <a:rPr lang="en-US" sz="2400" dirty="0">
                <a:latin typeface="Times New Roman" panose="02020603050405020304" pitchFamily="18" charset="0"/>
                <a:cs typeface="Times New Roman" panose="02020603050405020304" pitchFamily="18" charset="0"/>
              </a:rPr>
              <a:t>Successfully predicted: </a:t>
            </a:r>
          </a:p>
          <a:p>
            <a:pPr lvl="1"/>
            <a:r>
              <a:rPr lang="en-US" dirty="0">
                <a:latin typeface="Times New Roman" panose="02020603050405020304" pitchFamily="18" charset="0"/>
                <a:cs typeface="Times New Roman" panose="02020603050405020304" pitchFamily="18" charset="0"/>
              </a:rPr>
              <a:t>Diabetes </a:t>
            </a:r>
          </a:p>
          <a:p>
            <a:pPr lvl="1"/>
            <a:r>
              <a:rPr lang="en-US" dirty="0">
                <a:latin typeface="Times New Roman" panose="02020603050405020304" pitchFamily="18" charset="0"/>
                <a:cs typeface="Times New Roman" panose="02020603050405020304" pitchFamily="18" charset="0"/>
              </a:rPr>
              <a:t>Heart Disease </a:t>
            </a:r>
          </a:p>
          <a:p>
            <a:pPr lvl="1"/>
            <a:r>
              <a:rPr lang="en-US" dirty="0">
                <a:latin typeface="Times New Roman" panose="02020603050405020304" pitchFamily="18" charset="0"/>
                <a:cs typeface="Times New Roman" panose="02020603050405020304" pitchFamily="18" charset="0"/>
              </a:rPr>
              <a:t>Breast Cancer </a:t>
            </a:r>
          </a:p>
          <a:p>
            <a:r>
              <a:rPr lang="en-US" sz="2400" dirty="0">
                <a:latin typeface="Times New Roman" panose="02020603050405020304" pitchFamily="18" charset="0"/>
                <a:cs typeface="Times New Roman" panose="02020603050405020304" pitchFamily="18" charset="0"/>
              </a:rPr>
              <a:t>Provided personalized healthcare recommendations. </a:t>
            </a:r>
          </a:p>
          <a:p>
            <a:r>
              <a:rPr lang="en-US" sz="2400" dirty="0">
                <a:latin typeface="Times New Roman" panose="02020603050405020304" pitchFamily="18" charset="0"/>
                <a:cs typeface="Times New Roman" panose="02020603050405020304" pitchFamily="18" charset="0"/>
              </a:rPr>
              <a:t>Supports early disease detection and preventive healthcare. </a:t>
            </a:r>
          </a:p>
          <a:p>
            <a:pPr marL="0" indent="0">
              <a:buNone/>
            </a:pPr>
            <a:endParaRPr lang="en-IN" sz="2400" dirty="0">
              <a:latin typeface="Times New Roman" panose="02020603050405020304" pitchFamily="18" charset="0"/>
              <a:cs typeface="Times New Roman" panose="02020603050405020304" pitchFamily="18" charset="0"/>
            </a:endParaRPr>
          </a:p>
        </p:txBody>
      </p:sp>
      <p:pic>
        <p:nvPicPr>
          <p:cNvPr id="4" name="Picture 3" descr="MITS Deemed to be University (Declared under section 3 of UGC Act, 1956 by  Govt. of India-MoE)">
            <a:extLst>
              <a:ext uri="{FF2B5EF4-FFF2-40B4-BE49-F238E27FC236}">
                <a16:creationId xmlns:a16="http://schemas.microsoft.com/office/drawing/2014/main" id="{E5E62FB2-3FB7-2AB0-BE46-B08163D254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185" y="107577"/>
            <a:ext cx="1403230" cy="1156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38595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2C00F-1AB7-1358-45FF-FB6D0AC7A8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4150C5-6584-EACE-1FFB-28499682C9C3}"/>
              </a:ext>
            </a:extLst>
          </p:cNvPr>
          <p:cNvSpPr>
            <a:spLocks noGrp="1"/>
          </p:cNvSpPr>
          <p:nvPr>
            <p:ph type="title"/>
          </p:nvPr>
        </p:nvSpPr>
        <p:spPr>
          <a:xfrm>
            <a:off x="838200" y="271252"/>
            <a:ext cx="10515600" cy="819569"/>
          </a:xfrm>
        </p:spPr>
        <p:txBody>
          <a:bodyPr/>
          <a:lstStyle/>
          <a:p>
            <a:pPr algn="ctr"/>
            <a:r>
              <a:rPr lang="en-US" b="1" dirty="0">
                <a:solidFill>
                  <a:srgbClr val="0070C0"/>
                </a:solidFill>
                <a:latin typeface="Times New Roman" panose="02020603050405020304" pitchFamily="18" charset="0"/>
                <a:cs typeface="Times New Roman" panose="02020603050405020304" pitchFamily="18" charset="0"/>
              </a:rPr>
              <a:t> </a:t>
            </a:r>
            <a:r>
              <a:rPr lang="en-IN" b="1" dirty="0">
                <a:solidFill>
                  <a:srgbClr val="0070C0"/>
                </a:solidFill>
                <a:latin typeface="Times New Roman" panose="02020603050405020304" pitchFamily="18" charset="0"/>
                <a:cs typeface="Times New Roman" panose="02020603050405020304" pitchFamily="18" charset="0"/>
              </a:rPr>
              <a:t>Scope for Future Enhancement</a:t>
            </a:r>
          </a:p>
        </p:txBody>
      </p:sp>
      <p:sp>
        <p:nvSpPr>
          <p:cNvPr id="4" name="Rectangle 1">
            <a:extLst>
              <a:ext uri="{FF2B5EF4-FFF2-40B4-BE49-F238E27FC236}">
                <a16:creationId xmlns:a16="http://schemas.microsoft.com/office/drawing/2014/main" id="{FEAFAF03-8BA4-65BF-7F67-80B6E113D757}"/>
              </a:ext>
            </a:extLst>
          </p:cNvPr>
          <p:cNvSpPr>
            <a:spLocks noGrp="1" noChangeArrowheads="1"/>
          </p:cNvSpPr>
          <p:nvPr>
            <p:ph idx="1"/>
          </p:nvPr>
        </p:nvSpPr>
        <p:spPr bwMode="auto">
          <a:xfrm>
            <a:off x="941717" y="2040489"/>
            <a:ext cx="6246962"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Integration with wearable devices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health monitoring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Addition of more diseases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Integration with hospital EHR systems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Mobile healthcare application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5" name="Picture 4" descr="MITS Deemed to be University (Declared under section 3 of UGC Act, 1956 by  Govt. of India-MoE)">
            <a:extLst>
              <a:ext uri="{FF2B5EF4-FFF2-40B4-BE49-F238E27FC236}">
                <a16:creationId xmlns:a16="http://schemas.microsoft.com/office/drawing/2014/main" id="{271650E4-630D-467A-7D66-0C7E64DD00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185" y="107577"/>
            <a:ext cx="1403230" cy="1156507"/>
          </a:xfrm>
          <a:prstGeom prst="rect">
            <a:avLst/>
          </a:prstGeom>
          <a:noFill/>
          <a:extLst>
            <a:ext uri="{909E8E84-426E-40DD-AFC4-6F175D3DCCD1}">
              <a14:hiddenFill xmlns:a14="http://schemas.microsoft.com/office/drawing/2010/main">
                <a:solidFill>
                  <a:srgbClr val="FFFFFF"/>
                </a:solidFill>
              </a14:hiddenFill>
            </a:ext>
          </a:extLst>
        </p:spPr>
      </p:pic>
      <p:pic>
        <p:nvPicPr>
          <p:cNvPr id="4101" name="Picture 5" descr="10 Benefits of Artificial Intelligence in Healthcare - GlobalNodes AI">
            <a:extLst>
              <a:ext uri="{FF2B5EF4-FFF2-40B4-BE49-F238E27FC236}">
                <a16:creationId xmlns:a16="http://schemas.microsoft.com/office/drawing/2014/main" id="{5C7DC712-038E-BBD7-3C17-B9307B8412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33775" y="2040489"/>
            <a:ext cx="5279946" cy="35666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9223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B15E5-0D98-94DA-2E4D-B542D3C711DF}"/>
              </a:ext>
            </a:extLst>
          </p:cNvPr>
          <p:cNvSpPr>
            <a:spLocks noGrp="1"/>
          </p:cNvSpPr>
          <p:nvPr>
            <p:ph type="ctrTitle"/>
          </p:nvPr>
        </p:nvSpPr>
        <p:spPr>
          <a:xfrm>
            <a:off x="1920815" y="1507676"/>
            <a:ext cx="9144000" cy="2387600"/>
          </a:xfrm>
        </p:spPr>
        <p:txBody>
          <a:bodyPr>
            <a:normAutofit/>
          </a:bodyPr>
          <a:lstStyle/>
          <a:p>
            <a:r>
              <a:rPr lang="en-US" sz="8000" dirty="0">
                <a:latin typeface="Times New Roman" panose="02020603050405020304" pitchFamily="18" charset="0"/>
                <a:cs typeface="Times New Roman" panose="02020603050405020304" pitchFamily="18" charset="0"/>
              </a:rPr>
              <a:t>Thank You</a:t>
            </a:r>
            <a:endParaRPr lang="en-IN" sz="8000" dirty="0">
              <a:latin typeface="Times New Roman" panose="02020603050405020304" pitchFamily="18" charset="0"/>
              <a:cs typeface="Times New Roman" panose="02020603050405020304" pitchFamily="18" charset="0"/>
            </a:endParaRPr>
          </a:p>
        </p:txBody>
      </p:sp>
      <p:pic>
        <p:nvPicPr>
          <p:cNvPr id="4" name="Picture 3" descr="MITS Deemed to be University (Declared under section 3 of UGC Act, 1956 by  Govt. of India-MoE)">
            <a:extLst>
              <a:ext uri="{FF2B5EF4-FFF2-40B4-BE49-F238E27FC236}">
                <a16:creationId xmlns:a16="http://schemas.microsoft.com/office/drawing/2014/main" id="{B74ADF90-BC5B-1204-8BBA-BC828FBBB3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185" y="107577"/>
            <a:ext cx="1403230" cy="1156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56749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137</TotalTime>
  <Words>517</Words>
  <Application>Microsoft Office PowerPoint</Application>
  <PresentationFormat>Widescreen</PresentationFormat>
  <Paragraphs>144</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Times New Roman</vt:lpstr>
      <vt:lpstr>Office Theme</vt:lpstr>
      <vt:lpstr>PowerPoint Presentation</vt:lpstr>
      <vt:lpstr>Agenda</vt:lpstr>
      <vt:lpstr> Abstract</vt:lpstr>
      <vt:lpstr>Technologies and Tools Used</vt:lpstr>
      <vt:lpstr> Modules Description</vt:lpstr>
      <vt:lpstr> Testing</vt:lpstr>
      <vt:lpstr> Experimental Results</vt:lpstr>
      <vt:lpstr> Experimental Results</vt:lpstr>
      <vt:lpstr>Performance Evaluation</vt:lpstr>
      <vt:lpstr> Comparison with the Existing System</vt:lpstr>
      <vt:lpstr> Code Snippets</vt:lpstr>
      <vt:lpstr> Screenshots of Implementation</vt:lpstr>
      <vt:lpstr> Conclusion</vt:lpstr>
      <vt:lpstr> Scope for Future Enhancement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Neeharika Reddy Gadikota</dc:creator>
  <cp:lastModifiedBy>hem roy</cp:lastModifiedBy>
  <cp:revision>3</cp:revision>
  <dcterms:created xsi:type="dcterms:W3CDTF">2026-05-01T11:54:48Z</dcterms:created>
  <dcterms:modified xsi:type="dcterms:W3CDTF">2026-05-06T05:18:57Z</dcterms:modified>
</cp:coreProperties>
</file>